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2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3" r:id="rId10"/>
    <p:sldId id="300" r:id="rId11"/>
    <p:sldId id="301" r:id="rId12"/>
    <p:sldId id="304" r:id="rId13"/>
    <p:sldId id="30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FF3F7"/>
          </a:solidFill>
        </a:fill>
      </a:tcStyle>
    </a:wholeTbl>
    <a:band1H>
      <a:tcStyle>
        <a:tcBdr/>
        <a:fill>
          <a:solidFill>
            <a:srgbClr val="DCE5EE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CE5EE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94B6D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94B6D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94B6D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94B6D2"/>
          </a:solidFill>
        </a:fill>
      </a:tcStyle>
    </a:firstRow>
  </a:tblStyle>
  <a:tblStyle styleId="{E8034E78-7F5D-4C2E-B375-FC64B27BC917}" styleName="">
    <a:wholeTbl>
      <a:tcTxStyle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1V>
      <a:tcStyle>
        <a:tcBdr/>
        <a:fill>
          <a:solidFill>
            <a:srgbClr val="CBCBCB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>
          <a:left>
            <a:ln w="2540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</a:tcBdr>
        <a:fill>
          <a:solidFill>
            <a:srgbClr val="AAAAAA"/>
          </a:solidFill>
        </a:fill>
      </a:tcStyle>
    </a:lastCol>
    <a:firstCol>
      <a:tcTxStyle b="on">
        <a:font>
          <a:latin typeface=""/>
          <a:ea typeface=""/>
          <a:cs typeface=""/>
        </a:font>
      </a:tcTxStyle>
      <a:tcStyle>
        <a:tcBdr>
          <a:right>
            <a:ln w="2540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</a:tcBdr>
        <a:fill>
          <a:solidFill>
            <a:srgbClr val="AAAAAA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2540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AAAAAA"/>
          </a:solidFill>
        </a:fill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000000"/>
          </a:solidFill>
        </a:fill>
      </a:tcStyle>
    </a:firstRow>
  </a:tblStyle>
  <a:tblStyle styleId="{616DA210-FB5B-4158-B5E0-FEB733F419B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000000"/>
          </a:solidFill>
        </a:fill>
      </a:tcStyle>
    </a:band1H>
    <a:band1V>
      <a:tcStyle>
        <a:tcBdr/>
        <a:fill>
          <a:solidFill>
            <a:srgbClr val="000000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073A0DAA-6AF3-43AB-8588-CEC1D06C72B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BCBCB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000000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000000"/>
          </a:solidFill>
        </a:fill>
      </a:tcStyle>
    </a:firstRow>
  </a:tblStyle>
  <a:tblStyle styleId="{93296810-A885-4BE3-A3E7-6D5BEEA58F35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FEEEE"/>
          </a:solidFill>
        </a:fill>
      </a:tcStyle>
    </a:wholeTbl>
    <a:band1H>
      <a:tcStyle>
        <a:tcBdr/>
        <a:fill>
          <a:solidFill>
            <a:srgbClr val="DDDBDB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DDBDB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968C8C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968C8C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968C8C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968C8C"/>
          </a:solidFill>
        </a:fill>
      </a:tcStyle>
    </a:firstRow>
  </a:tblStyle>
  <a:tblStyle styleId="{D7AC3CCA-C797-4891-BE02-D94E43425B78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1V>
      <a:tcStyle>
        <a:tcBdr/>
        <a:fill>
          <a:solidFill>
            <a:srgbClr val="CBCBCB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E7E7E7"/>
          </a:solidFill>
        </a:fill>
      </a:tcStyle>
    </a:lastRow>
    <a:firstRow>
      <a:tcTxStyle b="on">
        <a:font>
          <a:latin typeface=""/>
          <a:ea typeface=""/>
          <a:cs typeface=""/>
        </a:font>
      </a:tcTxStyle>
      <a:tcStyle>
        <a:tcBdr/>
        <a:fill>
          <a:solidFill>
            <a:srgbClr val="E7E7E7"/>
          </a:solidFill>
        </a:fill>
      </a:tcStyle>
    </a:firstRow>
  </a:tblStyle>
  <a:tblStyle styleId="{9D7B26C5-4107-4FEC-AEDC-1716B250A1E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000000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000000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3B4B98B0-60AC-42C2-AFA5-B58CD77FA1E5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12701" cap="flat" cmpd="sng" algn="ctr">
              <a:solidFill>
                <a:srgbClr val="156082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156082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156082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156082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12701" cap="flat" cmpd="sng" algn="ctr">
              <a:solidFill>
                <a:srgbClr val="156082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12701" cap="flat" cmpd="sng" algn="ctr">
              <a:solidFill>
                <a:srgbClr val="156082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5202B0CA-FC54-4496-8BCA-5EF66A818D29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/>
        <a:fill>
          <a:solidFill>
            <a:srgbClr val="E7E7E7"/>
          </a:solidFill>
        </a:fill>
      </a:tcStyle>
    </a:wholeTbl>
    <a:band1H>
      <a:tcStyle>
        <a:tcBdr/>
        <a:fill>
          <a:solidFill>
            <a:srgbClr val="CBCBCB"/>
          </a:solidFill>
        </a:fill>
      </a:tcStyle>
    </a:band1H>
    <a:band1V>
      <a:tcStyle>
        <a:tcBdr/>
        <a:fill>
          <a:solidFill>
            <a:srgbClr val="CBCBCB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E7E7E7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 lIns="0" tIns="0" rIns="0" bIns="0"/>
          <a:lstStyle/>
          <a:p>
            <a:pPr marL="0" marR="0" indent="0" algn="ctr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862" b="0" i="0" u="none" strike="noStrike" kern="1200" spc="0" baseline="0">
                <a:solidFill>
                  <a:srgbClr val="595959"/>
                </a:solidFill>
                <a:latin typeface="Sagona Book"/>
              </a:defRPr>
            </a:pPr>
            <a:r>
              <a:rPr lang="en-IE" sz="1862" b="0" i="0" u="none" strike="noStrike" kern="1200" cap="none" spc="0" baseline="0">
                <a:solidFill>
                  <a:srgbClr val="595959"/>
                </a:solidFill>
                <a:uFillTx/>
                <a:latin typeface="Sagona Book"/>
              </a:rPr>
              <a:t>Count of Papers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Count of Papers</c:v>
          </c:tx>
          <c:spPr>
            <a:solidFill>
              <a:srgbClr val="968C8C"/>
            </a:solidFill>
            <a:ln>
              <a:noFill/>
            </a:ln>
          </c:spPr>
          <c:invertIfNegative val="0"/>
          <c:cat>
            <c:strLit>
              <c:ptCount val="3"/>
              <c:pt idx="0">
                <c:v>Short-term Improvements</c:v>
              </c:pt>
              <c:pt idx="1">
                <c:v> Long-term Concerns</c:v>
              </c:pt>
              <c:pt idx="2">
                <c:v>Mixed Outcomes</c:v>
              </c:pt>
            </c:strLit>
          </c:cat>
          <c:val>
            <c:numLit>
              <c:formatCode>General</c:formatCode>
              <c:ptCount val="3"/>
              <c:pt idx="0">
                <c:v>4</c:v>
              </c:pt>
              <c:pt idx="1">
                <c:v>3</c:v>
              </c:pt>
              <c:pt idx="2">
                <c:v>2</c:v>
              </c:pt>
            </c:numLit>
          </c:val>
          <c:extLst>
            <c:ext xmlns:c16="http://schemas.microsoft.com/office/drawing/2014/chart" uri="{C3380CC4-5D6E-409C-BE32-E72D297353CC}">
              <c16:uniqueId val="{00000000-8886-4FFB-B545-E7FAD06A24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49093311"/>
        <c:axId val="1349099551"/>
      </c:barChart>
      <c:valAx>
        <c:axId val="1349099551"/>
        <c:scaling>
          <c:orientation val="minMax"/>
          <c:max val="6"/>
        </c:scaling>
        <c:delete val="0"/>
        <c:axPos val="b"/>
        <c:majorGridlines>
          <c:spPr>
            <a:ln w="9528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595959"/>
                </a:solidFill>
                <a:latin typeface="Sagona Book"/>
              </a:defRPr>
            </a:pPr>
            <a:endParaRPr lang="en-US"/>
          </a:p>
        </c:txPr>
        <c:crossAx val="1349093311"/>
        <c:crosses val="autoZero"/>
        <c:crossBetween val="between"/>
        <c:majorUnit val="1"/>
        <c:minorUnit val="1"/>
      </c:valAx>
      <c:catAx>
        <c:axId val="134909331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8" cap="flat">
            <a:solidFill>
              <a:srgbClr val="D9D9D9"/>
            </a:solidFill>
            <a:prstDash val="solid"/>
            <a:round/>
          </a:ln>
        </c:spPr>
        <c:txPr>
          <a:bodyPr lIns="0" tIns="0" rIns="0" bIns="0"/>
          <a:lstStyle/>
          <a:p>
            <a:pPr marL="0" marR="0" indent="0" defTabSz="91440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1197" b="0" i="0" u="none" strike="noStrike" kern="1200" baseline="0">
                <a:solidFill>
                  <a:srgbClr val="595959"/>
                </a:solidFill>
                <a:latin typeface="Sagona Book"/>
              </a:defRPr>
            </a:pPr>
            <a:endParaRPr lang="en-US"/>
          </a:p>
        </c:txPr>
        <c:crossAx val="1349099551"/>
        <c:crosses val="autoZero"/>
        <c:auto val="1"/>
        <c:lblAlgn val="ctr"/>
        <c:lblOffset val="100"/>
        <c:noMultiLvlLbl val="0"/>
      </c:catAx>
      <c:spPr>
        <a:noFill/>
        <a:ln>
          <a:noFill/>
        </a:ln>
      </c:spPr>
    </c:plotArea>
    <c:legend>
      <c:legendPos val="b"/>
      <c:overlay val="0"/>
      <c:spPr>
        <a:noFill/>
        <a:ln>
          <a:noFill/>
        </a:ln>
      </c:spPr>
      <c:txPr>
        <a:bodyPr lIns="0" tIns="0" rIns="0" bIns="0"/>
        <a:lstStyle/>
        <a:p>
          <a:pPr marL="0" marR="0" indent="0" defTabSz="914400" fontAlgn="auto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tabLst/>
            <a:defRPr sz="1197" b="0" i="0" u="none" strike="noStrike" kern="1200" baseline="0">
              <a:solidFill>
                <a:srgbClr val="595959"/>
              </a:solidFill>
              <a:latin typeface="Sagona Book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 lIns="0" tIns="0" rIns="0" bIns="0"/>
    <a:lstStyle/>
    <a:p>
      <a:pPr marL="0" marR="0" indent="0" defTabSz="914400" fontAlgn="auto" hangingPunct="1">
        <a:lnSpc>
          <a:spcPct val="100000"/>
        </a:lnSpc>
        <a:spcBef>
          <a:spcPts val="0"/>
        </a:spcBef>
        <a:spcAft>
          <a:spcPts val="0"/>
        </a:spcAft>
        <a:tabLst/>
        <a:defRPr lang="en-GB" sz="1330" b="0" i="0" u="none" strike="noStrike" kern="1200" baseline="0">
          <a:solidFill>
            <a:srgbClr val="000000"/>
          </a:solidFill>
          <a:latin typeface="Sagona Book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176AC2-C6B7-B575-6A65-CE51D9CBC27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E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B247E0-BC1A-058A-17FE-079EA359BE50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E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B089A7B3-889E-47F1-8AA5-B19D8DAAC757}" type="datetime1">
              <a:rPr lang="en-IE"/>
              <a:pPr lvl="0"/>
              <a:t>28/11/2025</a:t>
            </a:fld>
            <a:endParaRPr lang="en-IE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C657B5C-93C8-98A9-E9CF-9662DDD41D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608080B-1AE8-2F71-8C0A-88D355CA32F4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5B4D82-7AEA-6DF0-4B64-68FE6940EC60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E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31824-0BDC-7CBD-1357-5ED9E6E26CF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IE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B3B125DE-5E75-4325-AE5B-FDEA8649C649}" type="slidenum"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05244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GB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916EE4-1425-0699-8F3C-0AE1F330D3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3D489D-2D3A-481E-2EDC-DB43512023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94360-5259-FBEF-00FE-D14AED97CDF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9C38219-2236-4D26-8325-98AB11BEB025}" type="slidenum">
              <a:t>5</a:t>
            </a:fld>
            <a:endParaRPr lang="en-IE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B36536F-50D7-C478-BFBD-BB6D3DEC521D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59595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Sagona Book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095F85B8-E25C-5B1F-8D42-3D3D2AB16A69}"/>
              </a:ext>
            </a:extLst>
          </p:cNvPr>
          <p:cNvSpPr/>
          <p:nvPr/>
        </p:nvSpPr>
        <p:spPr>
          <a:xfrm>
            <a:off x="1307866" y="1267733"/>
            <a:ext cx="9576264" cy="4307948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r="16200000" algn="tl">
              <a:srgbClr val="000000">
                <a:alpha val="66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Sagona Book"/>
            </a:endParaRP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86488803-0F9E-0B50-F6BA-A1141CEDBD1D}"/>
              </a:ext>
            </a:extLst>
          </p:cNvPr>
          <p:cNvSpPr/>
          <p:nvPr/>
        </p:nvSpPr>
        <p:spPr>
          <a:xfrm>
            <a:off x="1447796" y="1411614"/>
            <a:ext cx="9296403" cy="4034771"/>
          </a:xfrm>
          <a:prstGeom prst="rect">
            <a:avLst/>
          </a:prstGeom>
          <a:noFill/>
          <a:ln w="6345" cap="sq">
            <a:solidFill>
              <a:srgbClr val="404040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Sagona Book"/>
            </a:endParaRPr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A505969A-2A6C-0CBE-80EF-90EBAFD3B550}"/>
              </a:ext>
            </a:extLst>
          </p:cNvPr>
          <p:cNvSpPr/>
          <p:nvPr/>
        </p:nvSpPr>
        <p:spPr>
          <a:xfrm>
            <a:off x="5135883" y="1267733"/>
            <a:ext cx="1920240" cy="731520"/>
          </a:xfrm>
          <a:prstGeom prst="rect">
            <a:avLst/>
          </a:prstGeom>
          <a:solidFill>
            <a:srgbClr val="94B6D2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FFFFFF"/>
              </a:solidFill>
              <a:uFillTx/>
              <a:latin typeface="Sagona Book"/>
            </a:endParaRP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882905E-5522-2684-54BF-64A2F6CAAF65}"/>
              </a:ext>
            </a:extLst>
          </p:cNvPr>
          <p:cNvGrpSpPr/>
          <p:nvPr/>
        </p:nvGrpSpPr>
        <p:grpSpPr>
          <a:xfrm>
            <a:off x="5250183" y="1267733"/>
            <a:ext cx="1691640" cy="615931"/>
            <a:chOff x="5250183" y="1267733"/>
            <a:chExt cx="1691640" cy="615931"/>
          </a:xfrm>
        </p:grpSpPr>
        <p:cxnSp>
          <p:nvCxnSpPr>
            <p:cNvPr id="7" name="Straight Connector 16">
              <a:extLst>
                <a:ext uri="{FF2B5EF4-FFF2-40B4-BE49-F238E27FC236}">
                  <a16:creationId xmlns:a16="http://schemas.microsoft.com/office/drawing/2014/main" id="{D00CF9B0-E8F1-EC9B-E7B8-6E6DAD23D40B}"/>
                </a:ext>
              </a:extLst>
            </p:cNvPr>
            <p:cNvCxnSpPr/>
            <p:nvPr/>
          </p:nvCxnSpPr>
          <p:spPr>
            <a:xfrm>
              <a:off x="5250183" y="1267733"/>
              <a:ext cx="0" cy="612648"/>
            </a:xfrm>
            <a:prstGeom prst="straightConnector1">
              <a:avLst/>
            </a:prstGeom>
            <a:noFill/>
            <a:ln w="6345" cap="flat">
              <a:solidFill>
                <a:srgbClr val="FFFFFF"/>
              </a:solidFill>
              <a:prstDash val="solid"/>
              <a:miter/>
            </a:ln>
          </p:spPr>
        </p:cxnSp>
        <p:cxnSp>
          <p:nvCxnSpPr>
            <p:cNvPr id="8" name="Straight Connector 17">
              <a:extLst>
                <a:ext uri="{FF2B5EF4-FFF2-40B4-BE49-F238E27FC236}">
                  <a16:creationId xmlns:a16="http://schemas.microsoft.com/office/drawing/2014/main" id="{5193E644-05AC-BBE3-417A-FCE9AE537354}"/>
                </a:ext>
              </a:extLst>
            </p:cNvPr>
            <p:cNvCxnSpPr/>
            <p:nvPr/>
          </p:nvCxnSpPr>
          <p:spPr>
            <a:xfrm>
              <a:off x="6941823" y="1267733"/>
              <a:ext cx="0" cy="612648"/>
            </a:xfrm>
            <a:prstGeom prst="straightConnector1">
              <a:avLst/>
            </a:prstGeom>
            <a:noFill/>
            <a:ln w="6345" cap="flat">
              <a:solidFill>
                <a:srgbClr val="FFFFFF"/>
              </a:solidFill>
              <a:prstDash val="solid"/>
              <a:miter/>
            </a:ln>
          </p:spPr>
        </p:cxnSp>
        <p:cxnSp>
          <p:nvCxnSpPr>
            <p:cNvPr id="9" name="Straight Connector 18">
              <a:extLst>
                <a:ext uri="{FF2B5EF4-FFF2-40B4-BE49-F238E27FC236}">
                  <a16:creationId xmlns:a16="http://schemas.microsoft.com/office/drawing/2014/main" id="{F434D7EA-9BC2-BA87-FAFD-C98B9472D4CD}"/>
                </a:ext>
              </a:extLst>
            </p:cNvPr>
            <p:cNvCxnSpPr/>
            <p:nvPr/>
          </p:nvCxnSpPr>
          <p:spPr>
            <a:xfrm>
              <a:off x="5250183" y="1883664"/>
              <a:ext cx="1691640" cy="0"/>
            </a:xfrm>
            <a:prstGeom prst="straightConnector1">
              <a:avLst/>
            </a:prstGeom>
            <a:noFill/>
            <a:ln w="6345" cap="flat">
              <a:solidFill>
                <a:srgbClr val="FFFFFF"/>
              </a:solidFill>
              <a:prstDash val="solid"/>
              <a:miter/>
            </a:ln>
          </p:spPr>
        </p:cxn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9E7D23A5-B997-6316-A945-9CB9EF83CAB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629104" y="2244833"/>
            <a:ext cx="8933797" cy="2437232"/>
          </a:xfrm>
        </p:spPr>
        <p:txBody>
          <a:bodyPr anchorCtr="1"/>
          <a:lstStyle>
            <a:lvl1pPr algn="ctr">
              <a:lnSpc>
                <a:spcPct val="83000"/>
              </a:lnSpc>
              <a:defRPr sz="6800" cap="all" spc="-100"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F953D5D-9DDE-F267-58C0-CA35CB33D15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29104" y="4682066"/>
            <a:ext cx="8936842" cy="457200"/>
          </a:xfrm>
        </p:spPr>
        <p:txBody>
          <a:bodyPr anchorCtr="1"/>
          <a:lstStyle>
            <a:lvl1pPr marL="0" indent="0" algn="ctr">
              <a:spcBef>
                <a:spcPts val="0"/>
              </a:spcBef>
              <a:buNone/>
              <a:defRPr sz="1800" spc="80">
                <a:solidFill>
                  <a:srgbClr val="0D0D0D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2" name="Date Placeholder 19">
            <a:extLst>
              <a:ext uri="{FF2B5EF4-FFF2-40B4-BE49-F238E27FC236}">
                <a16:creationId xmlns:a16="http://schemas.microsoft.com/office/drawing/2014/main" id="{217FC128-A6D0-1803-3B08-D620A7F8DCC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5318763" y="1341260"/>
            <a:ext cx="1554480" cy="485546"/>
          </a:xfrm>
        </p:spPr>
        <p:txBody>
          <a:bodyPr anchorCtr="1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pPr lvl="0"/>
            <a:fld id="{0430147C-B90C-4B97-8673-5101DB43D167}" type="datetime1">
              <a:rPr lang="en-US"/>
              <a:pPr lvl="0"/>
              <a:t>11/28/2025</a:t>
            </a:fld>
            <a:endParaRPr lang="en-US"/>
          </a:p>
        </p:txBody>
      </p:sp>
      <p:sp>
        <p:nvSpPr>
          <p:cNvPr id="13" name="Footer Placeholder 20">
            <a:extLst>
              <a:ext uri="{FF2B5EF4-FFF2-40B4-BE49-F238E27FC236}">
                <a16:creationId xmlns:a16="http://schemas.microsoft.com/office/drawing/2014/main" id="{BDA733F7-9D4A-B6E7-701A-221737030C0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1629104" y="5177405"/>
            <a:ext cx="5730297" cy="228600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14" name="Slide Number Placeholder 21">
            <a:extLst>
              <a:ext uri="{FF2B5EF4-FFF2-40B4-BE49-F238E27FC236}">
                <a16:creationId xmlns:a16="http://schemas.microsoft.com/office/drawing/2014/main" id="{6E0DE111-DC04-61D3-1F6F-B05C2988C3A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06918" y="5177405"/>
            <a:ext cx="1955983" cy="2286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pPr lvl="0"/>
            <a:fld id="{040B8A71-C850-4EB8-A77E-D59F2079BE1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0669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A0D5B-3FC4-2B2B-2187-D4B59D576C2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8ADA4-18BC-9504-5C85-80A75DACD091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01E25-823C-6858-2505-95F049EF534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2B8E824-C5A3-4FE8-B9E9-4DD3A0FE4607}" type="datetime1">
              <a:rPr lang="en-US"/>
              <a:pPr lvl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01731-F046-55E6-E40D-F56C86062CC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A52B1-89B8-1426-719C-0229D5B5C03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CDA8310-F5AA-49A3-8E6E-5864130F268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572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>
            <a:extLst>
              <a:ext uri="{FF2B5EF4-FFF2-40B4-BE49-F238E27FC236}">
                <a16:creationId xmlns:a16="http://schemas.microsoft.com/office/drawing/2014/main" id="{ADAAC91F-FCC0-D1DC-7F32-8B638BF5F543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59595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Sagona Book"/>
            </a:endParaRPr>
          </a:p>
        </p:txBody>
      </p:sp>
      <p:sp>
        <p:nvSpPr>
          <p:cNvPr id="3" name="Rectangle 22">
            <a:extLst>
              <a:ext uri="{FF2B5EF4-FFF2-40B4-BE49-F238E27FC236}">
                <a16:creationId xmlns:a16="http://schemas.microsoft.com/office/drawing/2014/main" id="{1CDBBC18-5F4B-8DB2-3DFD-DD646AB4BF23}"/>
              </a:ext>
            </a:extLst>
          </p:cNvPr>
          <p:cNvSpPr/>
          <p:nvPr/>
        </p:nvSpPr>
        <p:spPr>
          <a:xfrm>
            <a:off x="1307866" y="1267733"/>
            <a:ext cx="9576264" cy="4307948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r="16200000" algn="tl">
              <a:srgbClr val="000000">
                <a:alpha val="66000"/>
              </a:srgbClr>
            </a:outerShdw>
          </a:effectLst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F5264CCE-F94B-D4C8-433B-A9505C980B8A}"/>
              </a:ext>
            </a:extLst>
          </p:cNvPr>
          <p:cNvSpPr/>
          <p:nvPr/>
        </p:nvSpPr>
        <p:spPr>
          <a:xfrm>
            <a:off x="1447796" y="1411614"/>
            <a:ext cx="9296403" cy="4034771"/>
          </a:xfrm>
          <a:prstGeom prst="rect">
            <a:avLst/>
          </a:prstGeom>
          <a:noFill/>
          <a:ln w="6345" cap="sq">
            <a:solidFill>
              <a:srgbClr val="40404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F116B288-3443-DEEC-DB44-433988F8892D}"/>
              </a:ext>
            </a:extLst>
          </p:cNvPr>
          <p:cNvSpPr/>
          <p:nvPr/>
        </p:nvSpPr>
        <p:spPr>
          <a:xfrm>
            <a:off x="5135883" y="1267733"/>
            <a:ext cx="1920240" cy="731520"/>
          </a:xfrm>
          <a:prstGeom prst="rect">
            <a:avLst/>
          </a:prstGeom>
          <a:solidFill>
            <a:srgbClr val="DD8047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3BF357-CCAA-3055-A8BF-B980D95422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29159" y="2275164"/>
            <a:ext cx="8933688" cy="2406892"/>
          </a:xfrm>
        </p:spPr>
        <p:txBody>
          <a:bodyPr anchorCtr="1"/>
          <a:lstStyle>
            <a:lvl1pPr algn="ctr">
              <a:lnSpc>
                <a:spcPct val="83000"/>
              </a:lnSpc>
              <a:defRPr sz="6800" cap="all" spc="-100"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grpSp>
        <p:nvGrpSpPr>
          <p:cNvPr id="7" name="Group 15">
            <a:extLst>
              <a:ext uri="{FF2B5EF4-FFF2-40B4-BE49-F238E27FC236}">
                <a16:creationId xmlns:a16="http://schemas.microsoft.com/office/drawing/2014/main" id="{B182E430-C2D7-0F1E-EAC1-24865C51D3ED}"/>
              </a:ext>
            </a:extLst>
          </p:cNvPr>
          <p:cNvGrpSpPr/>
          <p:nvPr/>
        </p:nvGrpSpPr>
        <p:grpSpPr>
          <a:xfrm>
            <a:off x="5250183" y="1267733"/>
            <a:ext cx="1691640" cy="615931"/>
            <a:chOff x="5250183" y="1267733"/>
            <a:chExt cx="1691640" cy="615931"/>
          </a:xfrm>
        </p:grpSpPr>
        <p:cxnSp>
          <p:nvCxnSpPr>
            <p:cNvPr id="8" name="Straight Connector 16">
              <a:extLst>
                <a:ext uri="{FF2B5EF4-FFF2-40B4-BE49-F238E27FC236}">
                  <a16:creationId xmlns:a16="http://schemas.microsoft.com/office/drawing/2014/main" id="{80326BF2-F1C1-D923-3B82-9D23E8547AF1}"/>
                </a:ext>
              </a:extLst>
            </p:cNvPr>
            <p:cNvCxnSpPr/>
            <p:nvPr/>
          </p:nvCxnSpPr>
          <p:spPr>
            <a:xfrm>
              <a:off x="5250183" y="1267733"/>
              <a:ext cx="0" cy="612648"/>
            </a:xfrm>
            <a:prstGeom prst="straightConnector1">
              <a:avLst/>
            </a:prstGeom>
            <a:noFill/>
            <a:ln w="6345" cap="flat">
              <a:solidFill>
                <a:srgbClr val="FFFFFF"/>
              </a:solidFill>
              <a:prstDash val="solid"/>
              <a:miter/>
            </a:ln>
          </p:spPr>
        </p:cxnSp>
        <p:cxnSp>
          <p:nvCxnSpPr>
            <p:cNvPr id="9" name="Straight Connector 17">
              <a:extLst>
                <a:ext uri="{FF2B5EF4-FFF2-40B4-BE49-F238E27FC236}">
                  <a16:creationId xmlns:a16="http://schemas.microsoft.com/office/drawing/2014/main" id="{2D68FADD-67DF-501A-148E-4A6B89EE1337}"/>
                </a:ext>
              </a:extLst>
            </p:cNvPr>
            <p:cNvCxnSpPr/>
            <p:nvPr/>
          </p:nvCxnSpPr>
          <p:spPr>
            <a:xfrm>
              <a:off x="6941823" y="1267733"/>
              <a:ext cx="0" cy="612648"/>
            </a:xfrm>
            <a:prstGeom prst="straightConnector1">
              <a:avLst/>
            </a:prstGeom>
            <a:noFill/>
            <a:ln w="6345" cap="flat">
              <a:solidFill>
                <a:srgbClr val="FFFFFF"/>
              </a:solidFill>
              <a:prstDash val="solid"/>
              <a:miter/>
            </a:ln>
          </p:spPr>
        </p:cxn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9CC7DF4C-32BC-F029-08EA-B4B0422B4D1A}"/>
                </a:ext>
              </a:extLst>
            </p:cNvPr>
            <p:cNvCxnSpPr/>
            <p:nvPr/>
          </p:nvCxnSpPr>
          <p:spPr>
            <a:xfrm>
              <a:off x="5250183" y="1883664"/>
              <a:ext cx="1691640" cy="0"/>
            </a:xfrm>
            <a:prstGeom prst="straightConnector1">
              <a:avLst/>
            </a:prstGeom>
            <a:noFill/>
            <a:ln w="6345" cap="flat">
              <a:solidFill>
                <a:srgbClr val="FFFFFF"/>
              </a:solidFill>
              <a:prstDash val="solid"/>
              <a:miter/>
            </a:ln>
          </p:spPr>
        </p:cxn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BCA88CC-5F36-53B8-EAD8-2D1E65D976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29159" y="4682066"/>
            <a:ext cx="8939787" cy="457200"/>
          </a:xfrm>
        </p:spPr>
        <p:txBody>
          <a:bodyPr anchorCtr="1"/>
          <a:lstStyle>
            <a:lvl1pPr marL="0" indent="0" algn="ctr">
              <a:buNone/>
              <a:tabLst>
                <a:tab pos="2633664" algn="l"/>
              </a:tabLst>
              <a:defRPr sz="1800">
                <a:solidFill>
                  <a:srgbClr val="0D0D0D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AEAE44B8-9B2C-7EB0-1D19-C420DCC5B24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5318763" y="1344506"/>
            <a:ext cx="1554480" cy="498777"/>
          </a:xfrm>
        </p:spPr>
        <p:txBody>
          <a:bodyPr anchorCtr="1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pPr lvl="0"/>
            <a:fld id="{318175DE-EFA3-4392-A1F8-A44583487151}" type="datetime1">
              <a:rPr lang="en-US"/>
              <a:pPr lvl="0"/>
              <a:t>11/28/2025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8A197EF-BCC6-20A4-B608-7B1AFFB77D6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1629159" y="5177405"/>
            <a:ext cx="5660136" cy="228600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6F341E3-2703-E9C7-8DD6-CC9C63F6987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604504" y="5177405"/>
            <a:ext cx="1958343" cy="2286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pPr lvl="0"/>
            <a:fld id="{CE4BA3BA-C4E5-4181-B5C4-C335AA2F489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482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0D689AB1-16F3-B90A-6CC6-FAA23B51DDA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CF4D7-2824-4752-7129-CBDC6C39AF1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66803" y="2103120"/>
            <a:ext cx="4663440" cy="374903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D6515-0E53-2C25-B37D-EB43C136B909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461763" y="2103120"/>
            <a:ext cx="4663440" cy="374903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0D666-1378-F32B-253A-0C6833991AC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07B5CBE-A712-4898-A6AC-56F98B73F206}" type="datetime1">
              <a:rPr lang="en-US"/>
              <a:pPr lvl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94ED3-75F6-D768-956D-59B1B0C3D12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5A9C0-FCD6-007B-F08C-A6C7E4FD2E9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17ED1EB-BD17-44BD-8024-6E67262FF07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63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1F03-B7B3-BDBF-0380-EC7EC52C16A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6AF95-00DA-1563-AA93-454D0AFCB5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9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379EF-7E33-0E2B-633F-9C77B431D6D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1069848" y="2792467"/>
            <a:ext cx="4663440" cy="316382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4E56A-BC44-916A-024C-637712EFAF73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458708" y="2074334"/>
            <a:ext cx="4663440" cy="64008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9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DE4436-06CD-C758-460A-B1523A33DDED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458708" y="2792467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EDA986-ED86-242B-D283-59482191207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9BEFC98-3C93-44E2-851C-F2A62F4464F1}" type="datetime1">
              <a:rPr lang="en-US"/>
              <a:pPr lvl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EB334B-6BE7-9704-91AD-AEA4B9524F7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2802C-09C7-130D-DD0C-5B5DC57C4AA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0D06EE8-C143-432B-8D07-417086AF49F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754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D476E-78E4-F40F-2F07-533FA9E5CB7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A0934A-EF7E-D3EF-72CF-B844BB5B070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A855E44-D9B5-4BFE-850F-E9F4E2798D8B}" type="datetime1">
              <a:rPr lang="en-US"/>
              <a:pPr lvl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EFEDCC-7522-D5F3-C685-C724969453A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50C8E-36B1-CB7A-778C-576607A85D6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E1B0438-7468-4C40-88F3-C94E3CEB740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45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13FA3F-8AC0-1ECA-619E-B2BAC05EEE7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4EDAFA-3DBA-4417-8200-3B5173351F90}" type="datetime1">
              <a:rPr lang="en-US"/>
              <a:pPr lvl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F019CB-933A-DBC7-5A7D-6B9CF6BDD9F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11D14-B87E-628F-0464-FD8FFE8410C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9111696-45B6-41FC-847A-13E10707E1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780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1FA5F1CF-73A0-C175-9972-DE1427F6C7DC}"/>
              </a:ext>
            </a:extLst>
          </p:cNvPr>
          <p:cNvSpPr/>
          <p:nvPr/>
        </p:nvSpPr>
        <p:spPr>
          <a:xfrm>
            <a:off x="8119872" y="237744"/>
            <a:ext cx="3826599" cy="6382512"/>
          </a:xfrm>
          <a:prstGeom prst="rect">
            <a:avLst/>
          </a:prstGeom>
          <a:solidFill>
            <a:srgbClr val="D9D9D9">
              <a:alpha val="60000"/>
            </a:srgbClr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5058E08A-980B-DE6A-0DE3-F8BF15FCB26B}"/>
              </a:ext>
            </a:extLst>
          </p:cNvPr>
          <p:cNvSpPr/>
          <p:nvPr/>
        </p:nvSpPr>
        <p:spPr>
          <a:xfrm>
            <a:off x="8254663" y="374904"/>
            <a:ext cx="3557015" cy="6108192"/>
          </a:xfrm>
          <a:prstGeom prst="rect">
            <a:avLst/>
          </a:prstGeom>
          <a:noFill/>
          <a:ln w="6345" cap="sq">
            <a:solidFill>
              <a:srgbClr val="40404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8E32508-5527-C947-5AB6-49F4DBE3B1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58200" y="607390"/>
            <a:ext cx="3161958" cy="1645920"/>
          </a:xfrm>
        </p:spPr>
        <p:txBody>
          <a:bodyPr anchor="b"/>
          <a:lstStyle>
            <a:lvl1pPr>
              <a:lnSpc>
                <a:spcPct val="100000"/>
              </a:lnSpc>
              <a:defRPr sz="3200">
                <a:solidFill>
                  <a:srgbClr val="000000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588F3B-3B67-D658-149E-9BEC0FBDA12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85800" y="609603"/>
            <a:ext cx="6858000" cy="5333996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671263F-7957-C87F-FBAE-775D5A616CA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458200" y="2336804"/>
            <a:ext cx="3161958" cy="3606795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7">
            <a:extLst>
              <a:ext uri="{FF2B5EF4-FFF2-40B4-BE49-F238E27FC236}">
                <a16:creationId xmlns:a16="http://schemas.microsoft.com/office/drawing/2014/main" id="{F4A2D5EE-E6CB-91A8-E3C7-16C1B86D5CC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5587998" y="6035040"/>
            <a:ext cx="1955801" cy="36576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pPr lvl="0"/>
            <a:fld id="{C9363C9C-F7EC-46A9-8FE5-2938C6A66B06}" type="datetime1">
              <a:rPr lang="en-US"/>
              <a:pPr lvl="0"/>
              <a:t>11/28/2025</a:t>
            </a:fld>
            <a:endParaRPr lang="en-US"/>
          </a:p>
        </p:txBody>
      </p:sp>
      <p:sp>
        <p:nvSpPr>
          <p:cNvPr id="8" name="Footer Placeholder 8">
            <a:extLst>
              <a:ext uri="{FF2B5EF4-FFF2-40B4-BE49-F238E27FC236}">
                <a16:creationId xmlns:a16="http://schemas.microsoft.com/office/drawing/2014/main" id="{7FA672B6-120E-978C-6E63-8211E84B52B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685800" y="6035040"/>
            <a:ext cx="4584701" cy="365760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19CE2D32-C063-D715-D4C9-00FF6635619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396728" y="6035040"/>
            <a:ext cx="1223430" cy="36576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</a:lstStyle>
          <a:p>
            <a:pPr lvl="0"/>
            <a:fld id="{750E2ED6-A20D-48F6-B322-AA6311FCC79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27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4E994382-BEC4-D798-9F12-E41C370EA7DB}"/>
              </a:ext>
            </a:extLst>
          </p:cNvPr>
          <p:cNvSpPr/>
          <p:nvPr/>
        </p:nvSpPr>
        <p:spPr>
          <a:xfrm>
            <a:off x="8119872" y="237744"/>
            <a:ext cx="3826599" cy="6382512"/>
          </a:xfrm>
          <a:prstGeom prst="rect">
            <a:avLst/>
          </a:prstGeom>
          <a:solidFill>
            <a:srgbClr val="D9D9D9">
              <a:alpha val="60000"/>
            </a:srgbClr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274968-DA58-099E-8321-E96C477C599E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228600" y="237744"/>
            <a:ext cx="7696203" cy="6382512"/>
          </a:xfrm>
          <a:solidFill>
            <a:srgbClr val="BFD3E4"/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5338C530-644D-362F-1C6C-00D75A90020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5662339" y="6035040"/>
            <a:ext cx="2071966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dist="6348" dir="2700000">
                    <a:srgbClr val="000000"/>
                  </a:outerShdw>
                </a:effectLst>
              </a:defRPr>
            </a:lvl1pPr>
          </a:lstStyle>
          <a:p>
            <a:pPr lvl="0"/>
            <a:fld id="{A72DADD4-057F-4291-9087-71AFAA65A29F}" type="datetime1">
              <a:rPr lang="en-US"/>
              <a:pPr lvl="0"/>
              <a:t>11/28/2025</a:t>
            </a:fld>
            <a:endParaRPr lang="en-US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645915FE-807F-5558-1A99-67EF91B19A2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612648" y="6035040"/>
            <a:ext cx="4588001" cy="365760"/>
          </a:xfrm>
        </p:spPr>
        <p:txBody>
          <a:bodyPr/>
          <a:lstStyle>
            <a:lvl1pPr>
              <a:defRPr sz="1000" b="1">
                <a:solidFill>
                  <a:srgbClr val="FFFFFF"/>
                </a:solidFill>
                <a:effectLst>
                  <a:outerShdw dist="6348" dir="2700000">
                    <a:srgbClr val="000000"/>
                  </a:outerShdw>
                </a:effectLst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25AAE13F-5C15-1E2B-3946-82FD1E3E701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396728" y="6035040"/>
            <a:ext cx="1225296" cy="365760"/>
          </a:xfrm>
        </p:spPr>
        <p:txBody>
          <a:bodyPr/>
          <a:lstStyle>
            <a:lvl1pPr>
              <a:defRPr/>
            </a:lvl1pPr>
          </a:lstStyle>
          <a:p>
            <a:pPr lvl="0"/>
            <a:fld id="{11C66E66-F4B0-4191-B6E4-DF1EFA7B79CA}" type="slidenum">
              <a:t>‹#›</a:t>
            </a:fld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2F8460DE-41B9-5FE5-A17F-C7DF71F13CF3}"/>
              </a:ext>
            </a:extLst>
          </p:cNvPr>
          <p:cNvSpPr/>
          <p:nvPr/>
        </p:nvSpPr>
        <p:spPr>
          <a:xfrm>
            <a:off x="8254663" y="374904"/>
            <a:ext cx="3557015" cy="6108192"/>
          </a:xfrm>
          <a:prstGeom prst="rect">
            <a:avLst/>
          </a:prstGeom>
          <a:noFill/>
          <a:ln w="6345" cap="sq">
            <a:solidFill>
              <a:srgbClr val="404040"/>
            </a:solidFill>
            <a:prstDash val="solid"/>
            <a:miter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B3F9515-159E-5979-3C44-96251F0EFA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77246" y="603504"/>
            <a:ext cx="3144777" cy="164592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200">
                <a:solidFill>
                  <a:srgbClr val="000000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3443208-30B9-D5A4-66B7-6B9AB06EA20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477246" y="2386584"/>
            <a:ext cx="3144777" cy="351129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9731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6168E174-1480-BBD1-7943-A4193896D7EB}"/>
              </a:ext>
            </a:extLst>
          </p:cNvPr>
          <p:cNvSpPr/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Sagona Book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C6FC131-1420-5157-ABC0-D869EC0281F7}"/>
              </a:ext>
            </a:extLst>
          </p:cNvPr>
          <p:cNvSpPr/>
          <p:nvPr/>
        </p:nvSpPr>
        <p:spPr>
          <a:xfrm>
            <a:off x="234699" y="237744"/>
            <a:ext cx="11722608" cy="6382512"/>
          </a:xfrm>
          <a:prstGeom prst="rect">
            <a:avLst/>
          </a:prstGeom>
          <a:solidFill>
            <a:srgbClr val="BFBFBF">
              <a:alpha val="6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Sagona Book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4CD99CE6-3217-A5BB-96DF-0B5638E0E36F}"/>
              </a:ext>
            </a:extLst>
          </p:cNvPr>
          <p:cNvSpPr/>
          <p:nvPr/>
        </p:nvSpPr>
        <p:spPr>
          <a:xfrm>
            <a:off x="371859" y="374904"/>
            <a:ext cx="11448288" cy="6108192"/>
          </a:xfrm>
          <a:prstGeom prst="rect">
            <a:avLst/>
          </a:prstGeom>
          <a:noFill/>
          <a:ln w="6345" cap="sq">
            <a:solidFill>
              <a:srgbClr val="262626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Sagona Book"/>
            </a:endParaRP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C37AB0C0-A46B-E110-0A4F-64974D70AE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6803" y="642594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462AAEA-5C77-4EA4-4DC8-4D55D8830D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66803" y="2103120"/>
            <a:ext cx="10058400" cy="384962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7D7E8A9-A3F5-5DAD-C854-579799E927C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7256797" y="6035040"/>
            <a:ext cx="2893042" cy="365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800" b="0" i="0" u="none" strike="noStrike" kern="1200" cap="none" spc="0" baseline="0">
                <a:solidFill>
                  <a:srgbClr val="404040"/>
                </a:solidFill>
                <a:uFillTx/>
                <a:latin typeface="Sagona Book"/>
              </a:defRPr>
            </a:lvl1pPr>
          </a:lstStyle>
          <a:p>
            <a:pPr lvl="0"/>
            <a:fld id="{C4661C19-A728-4D3E-9EF9-F6C2BF945D0E}" type="datetime1">
              <a:rPr lang="en-US"/>
              <a:pPr lvl="0"/>
              <a:t>11/28/2025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9D9A209-36A0-B857-2E47-0AF8510127D3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1066803" y="6035040"/>
            <a:ext cx="5816598" cy="365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800" b="0" i="0" u="none" strike="noStrike" kern="1200" cap="none" spc="0" baseline="0">
                <a:solidFill>
                  <a:srgbClr val="262626"/>
                </a:solidFill>
                <a:uFillTx/>
                <a:latin typeface="Sagona Book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89FB13C-C2B3-44DB-BF3D-B68B35D1CE9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3" cy="365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800" b="0" i="0" u="none" strike="noStrike" kern="1200" cap="none" spc="0" baseline="0">
                <a:solidFill>
                  <a:srgbClr val="404040"/>
                </a:solidFill>
                <a:uFillTx/>
                <a:latin typeface="Sagona Book"/>
              </a:defRPr>
            </a:lvl1pPr>
          </a:lstStyle>
          <a:p>
            <a:pPr lvl="0"/>
            <a:fld id="{E2C58C29-C23E-4E82-BB39-C1C73F033CC9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GB" sz="3600" b="0" i="0" u="none" strike="noStrike" kern="1200" cap="none" spc="0" baseline="0">
          <a:solidFill>
            <a:srgbClr val="262626"/>
          </a:solidFill>
          <a:uFillTx/>
          <a:latin typeface="Sagona ExtraLight"/>
        </a:defRPr>
      </a:lvl1pPr>
    </p:titleStyle>
    <p:bodyStyle>
      <a:lvl1pPr marL="182880" marR="0" lvl="0" indent="-182880" algn="l" defTabSz="914400" rtl="0" fontAlgn="auto" hangingPunct="1">
        <a:lnSpc>
          <a:spcPct val="120000"/>
        </a:lnSpc>
        <a:spcBef>
          <a:spcPts val="900"/>
        </a:spcBef>
        <a:spcAft>
          <a:spcPts val="0"/>
        </a:spcAft>
        <a:buClr>
          <a:srgbClr val="262626"/>
        </a:buClr>
        <a:buSzPct val="100000"/>
        <a:buFont typeface="Garamond" pitchFamily="18"/>
        <a:buChar char="◦"/>
        <a:tabLst/>
        <a:defRPr lang="en-GB" sz="1400" b="0" i="0" u="none" strike="noStrike" kern="1200" cap="none" spc="0" baseline="0">
          <a:solidFill>
            <a:srgbClr val="000000"/>
          </a:solidFill>
          <a:uFillTx/>
          <a:latin typeface="Sagona Book"/>
        </a:defRPr>
      </a:lvl1pPr>
      <a:lvl2pPr marL="457200" marR="0" lvl="1" indent="-18288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Clr>
          <a:srgbClr val="262626"/>
        </a:buClr>
        <a:buSzPct val="100000"/>
        <a:buFont typeface="Garamond" pitchFamily="18"/>
        <a:buChar char="◦"/>
        <a:tabLst/>
        <a:defRPr lang="en-GB" sz="1200" b="0" i="0" u="none" strike="noStrike" kern="1200" cap="none" spc="0" baseline="0">
          <a:solidFill>
            <a:srgbClr val="000000"/>
          </a:solidFill>
          <a:uFillTx/>
          <a:latin typeface="Sagona Book"/>
        </a:defRPr>
      </a:lvl2pPr>
      <a:lvl3pPr marL="731520" marR="0" lvl="2" indent="-18288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Clr>
          <a:srgbClr val="262626"/>
        </a:buClr>
        <a:buSzPct val="100000"/>
        <a:buFont typeface="Garamond" pitchFamily="18"/>
        <a:buChar char="◦"/>
        <a:tabLst/>
        <a:defRPr lang="en-GB" sz="1100" b="0" i="0" u="none" strike="noStrike" kern="1200" cap="none" spc="0" baseline="0">
          <a:solidFill>
            <a:srgbClr val="000000"/>
          </a:solidFill>
          <a:uFillTx/>
          <a:latin typeface="Sagona Book"/>
        </a:defRPr>
      </a:lvl3pPr>
      <a:lvl4pPr marL="1005840" marR="0" lvl="3" indent="-18288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Clr>
          <a:srgbClr val="262626"/>
        </a:buClr>
        <a:buSzPct val="100000"/>
        <a:buFont typeface="Garamond" pitchFamily="18"/>
        <a:buChar char="◦"/>
        <a:tabLst/>
        <a:defRPr lang="en-GB" sz="1100" b="0" i="0" u="none" strike="noStrike" kern="1200" cap="none" spc="0" baseline="0">
          <a:solidFill>
            <a:srgbClr val="000000"/>
          </a:solidFill>
          <a:uFillTx/>
          <a:latin typeface="Sagona Book"/>
        </a:defRPr>
      </a:lvl4pPr>
      <a:lvl5pPr marL="1280160" marR="0" lvl="4" indent="-182880" algn="l" defTabSz="914400" rtl="0" fontAlgn="auto" hangingPunct="1">
        <a:lnSpc>
          <a:spcPct val="100000"/>
        </a:lnSpc>
        <a:spcBef>
          <a:spcPts val="500"/>
        </a:spcBef>
        <a:spcAft>
          <a:spcPts val="0"/>
        </a:spcAft>
        <a:buClr>
          <a:srgbClr val="262626"/>
        </a:buClr>
        <a:buSzPct val="100000"/>
        <a:buFont typeface="Garamond" pitchFamily="18"/>
        <a:buChar char="◦"/>
        <a:tabLst/>
        <a:defRPr lang="en-GB" sz="1100" b="0" i="0" u="none" strike="noStrike" kern="1200" cap="none" spc="0" baseline="0">
          <a:solidFill>
            <a:srgbClr val="000000"/>
          </a:solidFill>
          <a:uFillTx/>
          <a:latin typeface="Sagona Book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24368/jates380" TargetMode="External"/><Relationship Id="rId2" Type="http://schemas.openxmlformats.org/officeDocument/2006/relationships/hyperlink" Target="https://doi.org/10.1145/3511861.3511863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16/j.lindif.2023.102274" TargetMode="External"/><Relationship Id="rId4" Type="http://schemas.openxmlformats.org/officeDocument/2006/relationships/hyperlink" Target="https://doi.org/10.3390/app14104115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4B8235BA-2481-E786-BB65-5215E56B5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46"/>
          <a:stretch>
            <a:fillRect/>
          </a:stretch>
        </p:blipFill>
        <p:spPr>
          <a:xfrm>
            <a:off x="-44860" y="0"/>
            <a:ext cx="12191978" cy="685799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Rectangle 18">
            <a:extLst>
              <a:ext uri="{FF2B5EF4-FFF2-40B4-BE49-F238E27FC236}">
                <a16:creationId xmlns:a16="http://schemas.microsoft.com/office/drawing/2014/main" id="{FFCAC7D3-5F8E-C6EB-C47A-823F77811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937333" y="1808527"/>
            <a:ext cx="5452530" cy="3240935"/>
          </a:xfrm>
          <a:prstGeom prst="rect">
            <a:avLst/>
          </a:prstGeom>
          <a:solidFill>
            <a:srgbClr val="40404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FFFFFF"/>
              </a:solidFill>
              <a:uFillTx/>
              <a:latin typeface="Sagona Book"/>
            </a:endParaRPr>
          </a:p>
        </p:txBody>
      </p:sp>
      <p:sp>
        <p:nvSpPr>
          <p:cNvPr id="4" name="Rectangle 20">
            <a:extLst>
              <a:ext uri="{FF2B5EF4-FFF2-40B4-BE49-F238E27FC236}">
                <a16:creationId xmlns:a16="http://schemas.microsoft.com/office/drawing/2014/main" id="{E067BD50-A349-EEC5-579E-2B4B25F09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1103269" y="1975104"/>
            <a:ext cx="5120640" cy="2907792"/>
          </a:xfrm>
          <a:prstGeom prst="rect">
            <a:avLst/>
          </a:prstGeom>
          <a:noFill/>
          <a:ln w="6345" cap="sq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FFFFFF"/>
              </a:solidFill>
              <a:uFillTx/>
              <a:latin typeface="Sagona Book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587D3FB-130A-8DE0-D0B2-C4C5FD00925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103269" y="2014871"/>
            <a:ext cx="5120640" cy="2092860"/>
          </a:xfrm>
        </p:spPr>
        <p:txBody>
          <a:bodyPr>
            <a:noAutofit/>
          </a:bodyPr>
          <a:lstStyle/>
          <a:p>
            <a:pPr lvl="0"/>
            <a:r>
              <a:rPr lang="en-GB" sz="2400">
                <a:solidFill>
                  <a:srgbClr val="FFFFFF"/>
                </a:solidFill>
                <a:latin typeface="Times New Roman" pitchFamily="18"/>
                <a:cs typeface="Times New Roman" pitchFamily="18"/>
              </a:rPr>
              <a:t>Integrating Large Language Models into Programming Education: Opportunities, Challenges, and Learning Impacts</a:t>
            </a:r>
            <a:endParaRPr lang="en-US" sz="2400">
              <a:solidFill>
                <a:srgbClr val="FFFFFF"/>
              </a:solidFill>
              <a:latin typeface="Times New Roman" pitchFamily="18"/>
              <a:cs typeface="Times New Roman" pitchFamily="18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745A0F-50A2-CB72-7FF0-B1436F49ED7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76054" y="4147498"/>
            <a:ext cx="4775079" cy="559658"/>
          </a:xfrm>
        </p:spPr>
        <p:txBody>
          <a:bodyPr/>
          <a:lstStyle/>
          <a:p>
            <a:pPr lvl="0">
              <a:lnSpc>
                <a:spcPct val="100000"/>
              </a:lnSpc>
            </a:pPr>
            <a:r>
              <a:rPr lang="en-US" sz="1500">
                <a:solidFill>
                  <a:srgbClr val="FFFFFF"/>
                </a:solidFill>
              </a:rPr>
              <a:t>Fionn McGoldrick</a:t>
            </a:r>
          </a:p>
          <a:p>
            <a:pPr lvl="0">
              <a:lnSpc>
                <a:spcPct val="100000"/>
              </a:lnSpc>
            </a:pPr>
            <a:r>
              <a:rPr lang="en-US" sz="1500">
                <a:solidFill>
                  <a:srgbClr val="FFFFFF"/>
                </a:solidFill>
              </a:rPr>
              <a:t>G00422349</a:t>
            </a:r>
          </a:p>
        </p:txBody>
      </p:sp>
      <p:pic>
        <p:nvPicPr>
          <p:cNvPr id="7" name="Picture 2" descr="Homepage - Atlantic Technological University">
            <a:extLst>
              <a:ext uri="{FF2B5EF4-FFF2-40B4-BE49-F238E27FC236}">
                <a16:creationId xmlns:a16="http://schemas.microsoft.com/office/drawing/2014/main" id="{E0580F2F-D566-9D99-E526-6CAF234C9E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070399" y="289563"/>
            <a:ext cx="2608518" cy="140207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BFE008D7-69C2-0517-EE2A-E779BC5D13AB}"/>
              </a:ext>
            </a:extLst>
          </p:cNvPr>
          <p:cNvSpPr txBox="1"/>
          <p:nvPr/>
        </p:nvSpPr>
        <p:spPr>
          <a:xfrm>
            <a:off x="8974607" y="1711235"/>
            <a:ext cx="2608518" cy="81560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Research Methods In Computing &amp; IT. </a:t>
            </a:r>
            <a:endParaRPr lang="en-IE" sz="1800" b="0" i="0" u="none" strike="noStrike" kern="0" cap="none" spc="0" baseline="0">
              <a:solidFill>
                <a:srgbClr val="000000"/>
              </a:solidFill>
              <a:uFillTx/>
              <a:latin typeface="Sagona Book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000" b="0" i="0" u="none" strike="noStrike" kern="0" cap="none" spc="0" baseline="0">
                <a:solidFill>
                  <a:srgbClr val="000000"/>
                </a:solidFill>
                <a:uFillTx/>
                <a:latin typeface="Sagona Book"/>
              </a:rPr>
              <a:t>Computing &amp; Applied Physics.</a:t>
            </a: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Sagona Boo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3E819-5EFE-C10C-97EB-A1C4006620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6803" y="561313"/>
            <a:ext cx="10058400" cy="1371600"/>
          </a:xfrm>
        </p:spPr>
        <p:txBody>
          <a:bodyPr/>
          <a:lstStyle/>
          <a:p>
            <a:pPr lvl="0"/>
            <a:r>
              <a:rPr lang="en-GB"/>
              <a:t>Why This Topic Matters (Context &amp; Problem)</a:t>
            </a:r>
            <a:endParaRPr lang="en-IE"/>
          </a:p>
        </p:txBody>
      </p:sp>
      <p:grpSp>
        <p:nvGrpSpPr>
          <p:cNvPr id="3" name="Content Placeholder 7">
            <a:extLst>
              <a:ext uri="{FF2B5EF4-FFF2-40B4-BE49-F238E27FC236}">
                <a16:creationId xmlns:a16="http://schemas.microsoft.com/office/drawing/2014/main" id="{62932D75-7EDB-9AB8-EC26-869DA2B28200}"/>
              </a:ext>
            </a:extLst>
          </p:cNvPr>
          <p:cNvGrpSpPr/>
          <p:nvPr/>
        </p:nvGrpSpPr>
        <p:grpSpPr>
          <a:xfrm>
            <a:off x="6242389" y="1807869"/>
            <a:ext cx="4319863" cy="4250725"/>
            <a:chOff x="6242389" y="1807869"/>
            <a:chExt cx="4319863" cy="4250725"/>
          </a:xfrm>
        </p:grpSpPr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BF3CF8E7-D02A-EC89-78E8-F7AB8987CA5A}"/>
                </a:ext>
              </a:extLst>
            </p:cNvPr>
            <p:cNvSpPr/>
            <p:nvPr/>
          </p:nvSpPr>
          <p:spPr>
            <a:xfrm>
              <a:off x="6553477" y="2360916"/>
              <a:ext cx="3697678" cy="3697678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1"/>
                <a:gd name="f10" fmla="val 60"/>
                <a:gd name="f11" fmla="val 4642"/>
                <a:gd name="f12" fmla="+- 0 0 -150"/>
                <a:gd name="f13" fmla="+- 0 0 -450"/>
                <a:gd name="f14" fmla="+- 0 0 -300"/>
                <a:gd name="f15" fmla="abs f4"/>
                <a:gd name="f16" fmla="abs f5"/>
                <a:gd name="f17" fmla="abs f6"/>
                <a:gd name="f18" fmla="+- 0 0 f10"/>
                <a:gd name="f19" fmla="+- 0 0 f3"/>
                <a:gd name="f20" fmla="*/ f12 f0 1"/>
                <a:gd name="f21" fmla="*/ f13 f0 1"/>
                <a:gd name="f22" fmla="*/ f14 f0 1"/>
                <a:gd name="f23" fmla="?: f15 f4 1"/>
                <a:gd name="f24" fmla="?: f16 f5 1"/>
                <a:gd name="f25" fmla="?: f17 f6 1"/>
                <a:gd name="f26" fmla="*/ f18 f0 1"/>
                <a:gd name="f27" fmla="*/ f19 f0 1"/>
                <a:gd name="f28" fmla="*/ f20 1 f3"/>
                <a:gd name="f29" fmla="*/ f21 1 f3"/>
                <a:gd name="f30" fmla="*/ f22 1 f3"/>
                <a:gd name="f31" fmla="*/ f23 1 21600"/>
                <a:gd name="f32" fmla="*/ f24 1 21600"/>
                <a:gd name="f33" fmla="*/ 21600 f23 1"/>
                <a:gd name="f34" fmla="*/ 21600 f24 1"/>
                <a:gd name="f35" fmla="*/ f26 1 f3"/>
                <a:gd name="f36" fmla="*/ f27 1 f3"/>
                <a:gd name="f37" fmla="+- f28 0 f1"/>
                <a:gd name="f38" fmla="+- f29 0 f1"/>
                <a:gd name="f39" fmla="+- f30 0 f1"/>
                <a:gd name="f40" fmla="min f32 f31"/>
                <a:gd name="f41" fmla="*/ f33 1 f25"/>
                <a:gd name="f42" fmla="*/ f34 1 f25"/>
                <a:gd name="f43" fmla="+- f35 0 f1"/>
                <a:gd name="f44" fmla="+- f36 0 f1"/>
                <a:gd name="f45" fmla="val f41"/>
                <a:gd name="f46" fmla="val f42"/>
                <a:gd name="f47" fmla="+- 0 0 f43"/>
                <a:gd name="f48" fmla="+- 0 0 f44"/>
                <a:gd name="f49" fmla="+- f46 0 f7"/>
                <a:gd name="f50" fmla="+- f45 0 f7"/>
                <a:gd name="f51" fmla="+- f48 0 f47"/>
                <a:gd name="f52" fmla="+- f47 f1 0"/>
                <a:gd name="f53" fmla="+- f48 f1 0"/>
                <a:gd name="f54" fmla="+- 21600000 0 f47"/>
                <a:gd name="f55" fmla="+- f1 0 f47"/>
                <a:gd name="f56" fmla="+- 27000000 0 f47"/>
                <a:gd name="f57" fmla="+- f0 0 f47"/>
                <a:gd name="f58" fmla="+- 32400000 0 f47"/>
                <a:gd name="f59" fmla="+- f2 0 f47"/>
                <a:gd name="f60" fmla="+- 37800000 0 f47"/>
                <a:gd name="f61" fmla="*/ f49 1 2"/>
                <a:gd name="f62" fmla="*/ f50 1 2"/>
                <a:gd name="f63" fmla="min f50 f49"/>
                <a:gd name="f64" fmla="+- f51 21600000 0"/>
                <a:gd name="f65" fmla="?: f55 f55 f56"/>
                <a:gd name="f66" fmla="?: f57 f57 f58"/>
                <a:gd name="f67" fmla="?: f59 f59 f60"/>
                <a:gd name="f68" fmla="*/ f52 f8 1"/>
                <a:gd name="f69" fmla="*/ f53 f8 1"/>
                <a:gd name="f70" fmla="+- f7 f61 0"/>
                <a:gd name="f71" fmla="+- f7 f62 0"/>
                <a:gd name="f72" fmla="*/ f63 f11 1"/>
                <a:gd name="f73" fmla="?: f51 f51 f64"/>
                <a:gd name="f74" fmla="*/ f68 1 f0"/>
                <a:gd name="f75" fmla="*/ f69 1 f0"/>
                <a:gd name="f76" fmla="*/ f62 f40 1"/>
                <a:gd name="f77" fmla="*/ f61 f40 1"/>
                <a:gd name="f78" fmla="*/ f72 1 100000"/>
                <a:gd name="f79" fmla="+- 0 0 f73"/>
                <a:gd name="f80" fmla="+- f73 0 f54"/>
                <a:gd name="f81" fmla="+- f73 0 f65"/>
                <a:gd name="f82" fmla="+- f73 0 f66"/>
                <a:gd name="f83" fmla="+- f73 0 f67"/>
                <a:gd name="f84" fmla="+- 0 0 f74"/>
                <a:gd name="f85" fmla="+- 0 0 f75"/>
                <a:gd name="f86" fmla="*/ f71 f40 1"/>
                <a:gd name="f87" fmla="*/ f70 f40 1"/>
                <a:gd name="f88" fmla="+- f62 0 f78"/>
                <a:gd name="f89" fmla="+- f61 0 f78"/>
                <a:gd name="f90" fmla="+- 0 0 f84"/>
                <a:gd name="f91" fmla="+- 0 0 f85"/>
                <a:gd name="f92" fmla="*/ f90 f0 1"/>
                <a:gd name="f93" fmla="*/ f91 f0 1"/>
                <a:gd name="f94" fmla="*/ f88 f40 1"/>
                <a:gd name="f95" fmla="*/ f89 f40 1"/>
                <a:gd name="f96" fmla="*/ f92 1 f8"/>
                <a:gd name="f97" fmla="*/ f93 1 f8"/>
                <a:gd name="f98" fmla="+- f96 0 f1"/>
                <a:gd name="f99" fmla="+- f97 0 f1"/>
                <a:gd name="f100" fmla="sin 1 f98"/>
                <a:gd name="f101" fmla="cos 1 f98"/>
                <a:gd name="f102" fmla="sin 1 f99"/>
                <a:gd name="f103" fmla="cos 1 f99"/>
                <a:gd name="f104" fmla="+- 0 0 f100"/>
                <a:gd name="f105" fmla="+- 0 0 f101"/>
                <a:gd name="f106" fmla="+- 0 0 f102"/>
                <a:gd name="f107" fmla="+- 0 0 f103"/>
                <a:gd name="f108" fmla="+- 0 0 f104"/>
                <a:gd name="f109" fmla="+- 0 0 f105"/>
                <a:gd name="f110" fmla="+- 0 0 f106"/>
                <a:gd name="f111" fmla="+- 0 0 f107"/>
                <a:gd name="f112" fmla="val f108"/>
                <a:gd name="f113" fmla="val f109"/>
                <a:gd name="f114" fmla="val f110"/>
                <a:gd name="f115" fmla="val f111"/>
                <a:gd name="f116" fmla="*/ f112 f62 1"/>
                <a:gd name="f117" fmla="*/ f113 f61 1"/>
                <a:gd name="f118" fmla="*/ f114 f62 1"/>
                <a:gd name="f119" fmla="*/ f115 f61 1"/>
                <a:gd name="f120" fmla="*/ f114 f88 1"/>
                <a:gd name="f121" fmla="*/ f115 f89 1"/>
                <a:gd name="f122" fmla="*/ f112 f88 1"/>
                <a:gd name="f123" fmla="*/ f113 f89 1"/>
                <a:gd name="f124" fmla="+- 0 0 f117"/>
                <a:gd name="f125" fmla="+- 0 0 f116"/>
                <a:gd name="f126" fmla="+- 0 0 f119"/>
                <a:gd name="f127" fmla="+- 0 0 f118"/>
                <a:gd name="f128" fmla="+- 0 0 f121"/>
                <a:gd name="f129" fmla="+- 0 0 f120"/>
                <a:gd name="f130" fmla="+- 0 0 f123"/>
                <a:gd name="f131" fmla="+- 0 0 f122"/>
                <a:gd name="f132" fmla="+- 0 0 f124"/>
                <a:gd name="f133" fmla="+- 0 0 f125"/>
                <a:gd name="f134" fmla="+- 0 0 f126"/>
                <a:gd name="f135" fmla="+- 0 0 f127"/>
                <a:gd name="f136" fmla="+- 0 0 f128"/>
                <a:gd name="f137" fmla="+- 0 0 f129"/>
                <a:gd name="f138" fmla="+- 0 0 f130"/>
                <a:gd name="f139" fmla="+- 0 0 f131"/>
                <a:gd name="f140" fmla="at2 f132 f133"/>
                <a:gd name="f141" fmla="at2 f134 f135"/>
                <a:gd name="f142" fmla="at2 f136 f137"/>
                <a:gd name="f143" fmla="at2 f138 f139"/>
                <a:gd name="f144" fmla="+- f140 f1 0"/>
                <a:gd name="f145" fmla="+- f141 f1 0"/>
                <a:gd name="f146" fmla="+- f142 f1 0"/>
                <a:gd name="f147" fmla="+- f143 f1 0"/>
                <a:gd name="f148" fmla="*/ f144 f8 1"/>
                <a:gd name="f149" fmla="*/ f145 f8 1"/>
                <a:gd name="f150" fmla="*/ f146 f8 1"/>
                <a:gd name="f151" fmla="*/ f147 f8 1"/>
                <a:gd name="f152" fmla="*/ f148 1 f0"/>
                <a:gd name="f153" fmla="*/ f149 1 f0"/>
                <a:gd name="f154" fmla="*/ f150 1 f0"/>
                <a:gd name="f155" fmla="*/ f151 1 f0"/>
                <a:gd name="f156" fmla="+- 0 0 f152"/>
                <a:gd name="f157" fmla="+- 0 0 f153"/>
                <a:gd name="f158" fmla="+- 0 0 f154"/>
                <a:gd name="f159" fmla="+- 0 0 f155"/>
                <a:gd name="f160" fmla="val f156"/>
                <a:gd name="f161" fmla="val f157"/>
                <a:gd name="f162" fmla="val f158"/>
                <a:gd name="f163" fmla="val f159"/>
                <a:gd name="f164" fmla="+- 0 0 f160"/>
                <a:gd name="f165" fmla="+- 0 0 f161"/>
                <a:gd name="f166" fmla="+- 0 0 f162"/>
                <a:gd name="f167" fmla="+- 0 0 f163"/>
                <a:gd name="f168" fmla="*/ f164 f0 1"/>
                <a:gd name="f169" fmla="*/ f165 f0 1"/>
                <a:gd name="f170" fmla="*/ f166 f0 1"/>
                <a:gd name="f171" fmla="*/ f167 f0 1"/>
                <a:gd name="f172" fmla="*/ f168 1 f8"/>
                <a:gd name="f173" fmla="*/ f169 1 f8"/>
                <a:gd name="f174" fmla="*/ f170 1 f8"/>
                <a:gd name="f175" fmla="*/ f171 1 f8"/>
                <a:gd name="f176" fmla="+- f172 0 f1"/>
                <a:gd name="f177" fmla="+- f173 0 f1"/>
                <a:gd name="f178" fmla="+- f174 0 f1"/>
                <a:gd name="f179" fmla="+- f175 0 f1"/>
                <a:gd name="f180" fmla="+- f176 f1 0"/>
                <a:gd name="f181" fmla="+- f177 f1 0"/>
                <a:gd name="f182" fmla="+- f178 f1 0"/>
                <a:gd name="f183" fmla="+- f179 f1 0"/>
                <a:gd name="f184" fmla="*/ f180 f8 1"/>
                <a:gd name="f185" fmla="*/ f181 f8 1"/>
                <a:gd name="f186" fmla="*/ f182 f8 1"/>
                <a:gd name="f187" fmla="*/ f183 f8 1"/>
                <a:gd name="f188" fmla="*/ f184 1 f0"/>
                <a:gd name="f189" fmla="*/ f185 1 f0"/>
                <a:gd name="f190" fmla="*/ f186 1 f0"/>
                <a:gd name="f191" fmla="*/ f187 1 f0"/>
                <a:gd name="f192" fmla="+- 0 0 f188"/>
                <a:gd name="f193" fmla="+- 0 0 f189"/>
                <a:gd name="f194" fmla="+- 0 0 f190"/>
                <a:gd name="f195" fmla="+- 0 0 f191"/>
                <a:gd name="f196" fmla="+- 0 0 f192"/>
                <a:gd name="f197" fmla="+- 0 0 f193"/>
                <a:gd name="f198" fmla="+- 0 0 f194"/>
                <a:gd name="f199" fmla="+- 0 0 f195"/>
                <a:gd name="f200" fmla="*/ f196 f0 1"/>
                <a:gd name="f201" fmla="*/ f197 f0 1"/>
                <a:gd name="f202" fmla="*/ f198 f0 1"/>
                <a:gd name="f203" fmla="*/ f199 f0 1"/>
                <a:gd name="f204" fmla="*/ f200 1 f8"/>
                <a:gd name="f205" fmla="*/ f201 1 f8"/>
                <a:gd name="f206" fmla="*/ f202 1 f8"/>
                <a:gd name="f207" fmla="*/ f203 1 f8"/>
                <a:gd name="f208" fmla="+- f204 0 f1"/>
                <a:gd name="f209" fmla="+- f205 0 f1"/>
                <a:gd name="f210" fmla="+- f206 0 f1"/>
                <a:gd name="f211" fmla="+- f207 0 f1"/>
                <a:gd name="f212" fmla="cos 1 f208"/>
                <a:gd name="f213" fmla="sin 1 f208"/>
                <a:gd name="f214" fmla="cos 1 f209"/>
                <a:gd name="f215" fmla="sin 1 f209"/>
                <a:gd name="f216" fmla="cos 1 f210"/>
                <a:gd name="f217" fmla="sin 1 f210"/>
                <a:gd name="f218" fmla="cos 1 f211"/>
                <a:gd name="f219" fmla="sin 1 f211"/>
                <a:gd name="f220" fmla="+- 0 0 f212"/>
                <a:gd name="f221" fmla="+- 0 0 f213"/>
                <a:gd name="f222" fmla="+- 0 0 f214"/>
                <a:gd name="f223" fmla="+- 0 0 f215"/>
                <a:gd name="f224" fmla="+- 0 0 f216"/>
                <a:gd name="f225" fmla="+- 0 0 f217"/>
                <a:gd name="f226" fmla="+- 0 0 f218"/>
                <a:gd name="f227" fmla="+- 0 0 f219"/>
                <a:gd name="f228" fmla="+- 0 0 f220"/>
                <a:gd name="f229" fmla="+- 0 0 f221"/>
                <a:gd name="f230" fmla="+- 0 0 f222"/>
                <a:gd name="f231" fmla="+- 0 0 f223"/>
                <a:gd name="f232" fmla="+- 0 0 f224"/>
                <a:gd name="f233" fmla="+- 0 0 f225"/>
                <a:gd name="f234" fmla="+- 0 0 f226"/>
                <a:gd name="f235" fmla="+- 0 0 f227"/>
                <a:gd name="f236" fmla="val f228"/>
                <a:gd name="f237" fmla="val f229"/>
                <a:gd name="f238" fmla="val f230"/>
                <a:gd name="f239" fmla="val f231"/>
                <a:gd name="f240" fmla="val f232"/>
                <a:gd name="f241" fmla="val f233"/>
                <a:gd name="f242" fmla="val f234"/>
                <a:gd name="f243" fmla="val f235"/>
                <a:gd name="f244" fmla="+- 0 0 f236"/>
                <a:gd name="f245" fmla="+- 0 0 f237"/>
                <a:gd name="f246" fmla="+- 0 0 f238"/>
                <a:gd name="f247" fmla="+- 0 0 f239"/>
                <a:gd name="f248" fmla="+- 0 0 f240"/>
                <a:gd name="f249" fmla="+- 0 0 f241"/>
                <a:gd name="f250" fmla="+- 0 0 f242"/>
                <a:gd name="f251" fmla="+- 0 0 f243"/>
                <a:gd name="f252" fmla="*/ f9 f244 1"/>
                <a:gd name="f253" fmla="*/ f9 f245 1"/>
                <a:gd name="f254" fmla="*/ f9 f246 1"/>
                <a:gd name="f255" fmla="*/ f9 f247 1"/>
                <a:gd name="f256" fmla="*/ f9 f248 1"/>
                <a:gd name="f257" fmla="*/ f9 f249 1"/>
                <a:gd name="f258" fmla="*/ f9 f250 1"/>
                <a:gd name="f259" fmla="*/ f9 f251 1"/>
                <a:gd name="f260" fmla="*/ f252 f62 1"/>
                <a:gd name="f261" fmla="*/ f253 f61 1"/>
                <a:gd name="f262" fmla="*/ f254 f62 1"/>
                <a:gd name="f263" fmla="*/ f255 f61 1"/>
                <a:gd name="f264" fmla="*/ f256 f88 1"/>
                <a:gd name="f265" fmla="*/ f257 f89 1"/>
                <a:gd name="f266" fmla="*/ f258 f88 1"/>
                <a:gd name="f267" fmla="*/ f259 f89 1"/>
                <a:gd name="f268" fmla="+- f71 f260 0"/>
                <a:gd name="f269" fmla="+- f70 f261 0"/>
                <a:gd name="f270" fmla="+- f71 f262 0"/>
                <a:gd name="f271" fmla="+- f70 f263 0"/>
                <a:gd name="f272" fmla="+- f71 f264 0"/>
                <a:gd name="f273" fmla="+- f70 f265 0"/>
                <a:gd name="f274" fmla="+- f71 f266 0"/>
                <a:gd name="f275" fmla="+- f70 f267 0"/>
                <a:gd name="f276" fmla="max f268 f272"/>
                <a:gd name="f277" fmla="max f270 f274"/>
                <a:gd name="f278" fmla="max f269 f273"/>
                <a:gd name="f279" fmla="max f271 f275"/>
                <a:gd name="f280" fmla="min f268 f272"/>
                <a:gd name="f281" fmla="min f270 f274"/>
                <a:gd name="f282" fmla="min f269 f273"/>
                <a:gd name="f283" fmla="min f271 f275"/>
                <a:gd name="f284" fmla="+- f268 f274 0"/>
                <a:gd name="f285" fmla="+- f269 f275 0"/>
                <a:gd name="f286" fmla="+- f270 f272 0"/>
                <a:gd name="f287" fmla="+- f271 f273 0"/>
                <a:gd name="f288" fmla="*/ f268 f40 1"/>
                <a:gd name="f289" fmla="*/ f269 f40 1"/>
                <a:gd name="f290" fmla="*/ f272 f40 1"/>
                <a:gd name="f291" fmla="*/ f273 f40 1"/>
                <a:gd name="f292" fmla="max f276 f277"/>
                <a:gd name="f293" fmla="max f278 f279"/>
                <a:gd name="f294" fmla="min f280 f281"/>
                <a:gd name="f295" fmla="min f282 f283"/>
                <a:gd name="f296" fmla="*/ f284 1 2"/>
                <a:gd name="f297" fmla="*/ f285 1 2"/>
                <a:gd name="f298" fmla="*/ f286 1 2"/>
                <a:gd name="f299" fmla="*/ f287 1 2"/>
                <a:gd name="f300" fmla="?: f80 f45 f292"/>
                <a:gd name="f301" fmla="?: f81 f46 f293"/>
                <a:gd name="f302" fmla="?: f82 f7 f294"/>
                <a:gd name="f303" fmla="?: f83 f7 f295"/>
                <a:gd name="f304" fmla="*/ f296 f40 1"/>
                <a:gd name="f305" fmla="*/ f297 f40 1"/>
                <a:gd name="f306" fmla="*/ f298 f40 1"/>
                <a:gd name="f307" fmla="*/ f299 f40 1"/>
                <a:gd name="f308" fmla="*/ f302 f40 1"/>
                <a:gd name="f309" fmla="*/ f303 f40 1"/>
                <a:gd name="f310" fmla="*/ f300 f40 1"/>
                <a:gd name="f311" fmla="*/ f301 f4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304" y="f305"/>
                </a:cxn>
                <a:cxn ang="f38">
                  <a:pos x="f306" y="f307"/>
                </a:cxn>
                <a:cxn ang="f39">
                  <a:pos x="f86" y="f87"/>
                </a:cxn>
              </a:cxnLst>
              <a:rect l="f308" t="f309" r="f310" b="f311"/>
              <a:pathLst>
                <a:path>
                  <a:moveTo>
                    <a:pt x="f288" y="f289"/>
                  </a:moveTo>
                  <a:arcTo wR="f76" hR="f77" stAng="f47" swAng="f73"/>
                  <a:lnTo>
                    <a:pt x="f290" y="f291"/>
                  </a:lnTo>
                  <a:arcTo wR="f94" hR="f95" stAng="f48" swAng="f79"/>
                  <a:close/>
                </a:path>
              </a:pathLst>
            </a:custGeom>
            <a:solidFill>
              <a:srgbClr val="AAAAAA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31CB8A76-C0A9-238A-A6E8-72CB143C73D7}"/>
                </a:ext>
              </a:extLst>
            </p:cNvPr>
            <p:cNvSpPr/>
            <p:nvPr/>
          </p:nvSpPr>
          <p:spPr>
            <a:xfrm>
              <a:off x="6553477" y="2360916"/>
              <a:ext cx="3697678" cy="3697678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1"/>
                <a:gd name="f10" fmla="val 300"/>
                <a:gd name="f11" fmla="val 60"/>
                <a:gd name="f12" fmla="val 4642"/>
                <a:gd name="f13" fmla="+- 0 0 -30"/>
                <a:gd name="f14" fmla="+- 0 0 -330"/>
                <a:gd name="f15" fmla="+- 0 0 -180"/>
                <a:gd name="f16" fmla="abs f4"/>
                <a:gd name="f17" fmla="abs f5"/>
                <a:gd name="f18" fmla="abs f6"/>
                <a:gd name="f19" fmla="+- 0 0 f10"/>
                <a:gd name="f20" fmla="+- 0 0 f11"/>
                <a:gd name="f21" fmla="*/ f13 f0 1"/>
                <a:gd name="f22" fmla="*/ f14 f0 1"/>
                <a:gd name="f23" fmla="*/ f15 f0 1"/>
                <a:gd name="f24" fmla="?: f16 f4 1"/>
                <a:gd name="f25" fmla="?: f17 f5 1"/>
                <a:gd name="f26" fmla="?: f18 f6 1"/>
                <a:gd name="f27" fmla="*/ f19 f0 1"/>
                <a:gd name="f28" fmla="*/ f20 f0 1"/>
                <a:gd name="f29" fmla="*/ f21 1 f3"/>
                <a:gd name="f30" fmla="*/ f22 1 f3"/>
                <a:gd name="f31" fmla="*/ f23 1 f3"/>
                <a:gd name="f32" fmla="*/ f24 1 21600"/>
                <a:gd name="f33" fmla="*/ f25 1 21600"/>
                <a:gd name="f34" fmla="*/ 21600 f24 1"/>
                <a:gd name="f35" fmla="*/ 21600 f25 1"/>
                <a:gd name="f36" fmla="*/ f27 1 f3"/>
                <a:gd name="f37" fmla="*/ f28 1 f3"/>
                <a:gd name="f38" fmla="+- f29 0 f1"/>
                <a:gd name="f39" fmla="+- f30 0 f1"/>
                <a:gd name="f40" fmla="+- f31 0 f1"/>
                <a:gd name="f41" fmla="min f33 f32"/>
                <a:gd name="f42" fmla="*/ f34 1 f26"/>
                <a:gd name="f43" fmla="*/ f35 1 f26"/>
                <a:gd name="f44" fmla="+- f36 0 f1"/>
                <a:gd name="f45" fmla="+- f37 0 f1"/>
                <a:gd name="f46" fmla="val f42"/>
                <a:gd name="f47" fmla="val f43"/>
                <a:gd name="f48" fmla="+- 0 0 f44"/>
                <a:gd name="f49" fmla="+- 0 0 f45"/>
                <a:gd name="f50" fmla="+- f47 0 f7"/>
                <a:gd name="f51" fmla="+- f46 0 f7"/>
                <a:gd name="f52" fmla="+- f49 0 f48"/>
                <a:gd name="f53" fmla="+- f48 f1 0"/>
                <a:gd name="f54" fmla="+- f49 f1 0"/>
                <a:gd name="f55" fmla="+- 21600000 0 f48"/>
                <a:gd name="f56" fmla="+- f1 0 f48"/>
                <a:gd name="f57" fmla="+- 27000000 0 f48"/>
                <a:gd name="f58" fmla="+- f0 0 f48"/>
                <a:gd name="f59" fmla="+- 32400000 0 f48"/>
                <a:gd name="f60" fmla="+- f2 0 f48"/>
                <a:gd name="f61" fmla="+- 37800000 0 f48"/>
                <a:gd name="f62" fmla="*/ f50 1 2"/>
                <a:gd name="f63" fmla="*/ f51 1 2"/>
                <a:gd name="f64" fmla="min f51 f50"/>
                <a:gd name="f65" fmla="+- f52 21600000 0"/>
                <a:gd name="f66" fmla="?: f56 f56 f57"/>
                <a:gd name="f67" fmla="?: f58 f58 f59"/>
                <a:gd name="f68" fmla="?: f60 f60 f61"/>
                <a:gd name="f69" fmla="*/ f53 f8 1"/>
                <a:gd name="f70" fmla="*/ f54 f8 1"/>
                <a:gd name="f71" fmla="+- f7 f62 0"/>
                <a:gd name="f72" fmla="+- f7 f63 0"/>
                <a:gd name="f73" fmla="*/ f64 f12 1"/>
                <a:gd name="f74" fmla="?: f52 f52 f65"/>
                <a:gd name="f75" fmla="*/ f69 1 f0"/>
                <a:gd name="f76" fmla="*/ f70 1 f0"/>
                <a:gd name="f77" fmla="*/ f63 f41 1"/>
                <a:gd name="f78" fmla="*/ f62 f41 1"/>
                <a:gd name="f79" fmla="*/ f73 1 100000"/>
                <a:gd name="f80" fmla="+- 0 0 f74"/>
                <a:gd name="f81" fmla="+- f74 0 f55"/>
                <a:gd name="f82" fmla="+- f74 0 f66"/>
                <a:gd name="f83" fmla="+- f74 0 f67"/>
                <a:gd name="f84" fmla="+- f74 0 f68"/>
                <a:gd name="f85" fmla="+- 0 0 f75"/>
                <a:gd name="f86" fmla="+- 0 0 f76"/>
                <a:gd name="f87" fmla="*/ f72 f41 1"/>
                <a:gd name="f88" fmla="*/ f71 f41 1"/>
                <a:gd name="f89" fmla="+- f63 0 f79"/>
                <a:gd name="f90" fmla="+- f62 0 f79"/>
                <a:gd name="f91" fmla="+- 0 0 f85"/>
                <a:gd name="f92" fmla="+- 0 0 f86"/>
                <a:gd name="f93" fmla="*/ f91 f0 1"/>
                <a:gd name="f94" fmla="*/ f92 f0 1"/>
                <a:gd name="f95" fmla="*/ f89 f41 1"/>
                <a:gd name="f96" fmla="*/ f90 f41 1"/>
                <a:gd name="f97" fmla="*/ f93 1 f8"/>
                <a:gd name="f98" fmla="*/ f94 1 f8"/>
                <a:gd name="f99" fmla="+- f97 0 f1"/>
                <a:gd name="f100" fmla="+- f98 0 f1"/>
                <a:gd name="f101" fmla="sin 1 f99"/>
                <a:gd name="f102" fmla="cos 1 f99"/>
                <a:gd name="f103" fmla="sin 1 f100"/>
                <a:gd name="f104" fmla="cos 1 f100"/>
                <a:gd name="f105" fmla="+- 0 0 f101"/>
                <a:gd name="f106" fmla="+- 0 0 f102"/>
                <a:gd name="f107" fmla="+- 0 0 f103"/>
                <a:gd name="f108" fmla="+- 0 0 f104"/>
                <a:gd name="f109" fmla="+- 0 0 f105"/>
                <a:gd name="f110" fmla="+- 0 0 f106"/>
                <a:gd name="f111" fmla="+- 0 0 f107"/>
                <a:gd name="f112" fmla="+- 0 0 f108"/>
                <a:gd name="f113" fmla="val f109"/>
                <a:gd name="f114" fmla="val f110"/>
                <a:gd name="f115" fmla="val f111"/>
                <a:gd name="f116" fmla="val f112"/>
                <a:gd name="f117" fmla="*/ f113 f63 1"/>
                <a:gd name="f118" fmla="*/ f114 f62 1"/>
                <a:gd name="f119" fmla="*/ f115 f63 1"/>
                <a:gd name="f120" fmla="*/ f116 f62 1"/>
                <a:gd name="f121" fmla="*/ f115 f89 1"/>
                <a:gd name="f122" fmla="*/ f116 f90 1"/>
                <a:gd name="f123" fmla="*/ f113 f89 1"/>
                <a:gd name="f124" fmla="*/ f114 f90 1"/>
                <a:gd name="f125" fmla="+- 0 0 f118"/>
                <a:gd name="f126" fmla="+- 0 0 f117"/>
                <a:gd name="f127" fmla="+- 0 0 f120"/>
                <a:gd name="f128" fmla="+- 0 0 f119"/>
                <a:gd name="f129" fmla="+- 0 0 f122"/>
                <a:gd name="f130" fmla="+- 0 0 f121"/>
                <a:gd name="f131" fmla="+- 0 0 f124"/>
                <a:gd name="f132" fmla="+- 0 0 f123"/>
                <a:gd name="f133" fmla="+- 0 0 f125"/>
                <a:gd name="f134" fmla="+- 0 0 f126"/>
                <a:gd name="f135" fmla="+- 0 0 f127"/>
                <a:gd name="f136" fmla="+- 0 0 f128"/>
                <a:gd name="f137" fmla="+- 0 0 f129"/>
                <a:gd name="f138" fmla="+- 0 0 f130"/>
                <a:gd name="f139" fmla="+- 0 0 f131"/>
                <a:gd name="f140" fmla="+- 0 0 f132"/>
                <a:gd name="f141" fmla="at2 f133 f134"/>
                <a:gd name="f142" fmla="at2 f135 f136"/>
                <a:gd name="f143" fmla="at2 f137 f138"/>
                <a:gd name="f144" fmla="at2 f139 f140"/>
                <a:gd name="f145" fmla="+- f141 f1 0"/>
                <a:gd name="f146" fmla="+- f142 f1 0"/>
                <a:gd name="f147" fmla="+- f143 f1 0"/>
                <a:gd name="f148" fmla="+- f144 f1 0"/>
                <a:gd name="f149" fmla="*/ f145 f8 1"/>
                <a:gd name="f150" fmla="*/ f146 f8 1"/>
                <a:gd name="f151" fmla="*/ f147 f8 1"/>
                <a:gd name="f152" fmla="*/ f148 f8 1"/>
                <a:gd name="f153" fmla="*/ f149 1 f0"/>
                <a:gd name="f154" fmla="*/ f150 1 f0"/>
                <a:gd name="f155" fmla="*/ f151 1 f0"/>
                <a:gd name="f156" fmla="*/ f152 1 f0"/>
                <a:gd name="f157" fmla="+- 0 0 f153"/>
                <a:gd name="f158" fmla="+- 0 0 f154"/>
                <a:gd name="f159" fmla="+- 0 0 f155"/>
                <a:gd name="f160" fmla="+- 0 0 f156"/>
                <a:gd name="f161" fmla="val f157"/>
                <a:gd name="f162" fmla="val f158"/>
                <a:gd name="f163" fmla="val f159"/>
                <a:gd name="f164" fmla="val f160"/>
                <a:gd name="f165" fmla="+- 0 0 f161"/>
                <a:gd name="f166" fmla="+- 0 0 f162"/>
                <a:gd name="f167" fmla="+- 0 0 f163"/>
                <a:gd name="f168" fmla="+- 0 0 f164"/>
                <a:gd name="f169" fmla="*/ f165 f0 1"/>
                <a:gd name="f170" fmla="*/ f166 f0 1"/>
                <a:gd name="f171" fmla="*/ f167 f0 1"/>
                <a:gd name="f172" fmla="*/ f168 f0 1"/>
                <a:gd name="f173" fmla="*/ f169 1 f8"/>
                <a:gd name="f174" fmla="*/ f170 1 f8"/>
                <a:gd name="f175" fmla="*/ f171 1 f8"/>
                <a:gd name="f176" fmla="*/ f172 1 f8"/>
                <a:gd name="f177" fmla="+- f173 0 f1"/>
                <a:gd name="f178" fmla="+- f174 0 f1"/>
                <a:gd name="f179" fmla="+- f175 0 f1"/>
                <a:gd name="f180" fmla="+- f176 0 f1"/>
                <a:gd name="f181" fmla="+- f177 f1 0"/>
                <a:gd name="f182" fmla="+- f178 f1 0"/>
                <a:gd name="f183" fmla="+- f179 f1 0"/>
                <a:gd name="f184" fmla="+- f180 f1 0"/>
                <a:gd name="f185" fmla="*/ f181 f8 1"/>
                <a:gd name="f186" fmla="*/ f182 f8 1"/>
                <a:gd name="f187" fmla="*/ f183 f8 1"/>
                <a:gd name="f188" fmla="*/ f184 f8 1"/>
                <a:gd name="f189" fmla="*/ f185 1 f0"/>
                <a:gd name="f190" fmla="*/ f186 1 f0"/>
                <a:gd name="f191" fmla="*/ f187 1 f0"/>
                <a:gd name="f192" fmla="*/ f188 1 f0"/>
                <a:gd name="f193" fmla="+- 0 0 f189"/>
                <a:gd name="f194" fmla="+- 0 0 f190"/>
                <a:gd name="f195" fmla="+- 0 0 f191"/>
                <a:gd name="f196" fmla="+- 0 0 f192"/>
                <a:gd name="f197" fmla="+- 0 0 f193"/>
                <a:gd name="f198" fmla="+- 0 0 f194"/>
                <a:gd name="f199" fmla="+- 0 0 f195"/>
                <a:gd name="f200" fmla="+- 0 0 f196"/>
                <a:gd name="f201" fmla="*/ f197 f0 1"/>
                <a:gd name="f202" fmla="*/ f198 f0 1"/>
                <a:gd name="f203" fmla="*/ f199 f0 1"/>
                <a:gd name="f204" fmla="*/ f200 f0 1"/>
                <a:gd name="f205" fmla="*/ f201 1 f8"/>
                <a:gd name="f206" fmla="*/ f202 1 f8"/>
                <a:gd name="f207" fmla="*/ f203 1 f8"/>
                <a:gd name="f208" fmla="*/ f204 1 f8"/>
                <a:gd name="f209" fmla="+- f205 0 f1"/>
                <a:gd name="f210" fmla="+- f206 0 f1"/>
                <a:gd name="f211" fmla="+- f207 0 f1"/>
                <a:gd name="f212" fmla="+- f208 0 f1"/>
                <a:gd name="f213" fmla="cos 1 f209"/>
                <a:gd name="f214" fmla="sin 1 f209"/>
                <a:gd name="f215" fmla="cos 1 f210"/>
                <a:gd name="f216" fmla="sin 1 f210"/>
                <a:gd name="f217" fmla="cos 1 f211"/>
                <a:gd name="f218" fmla="sin 1 f211"/>
                <a:gd name="f219" fmla="cos 1 f212"/>
                <a:gd name="f220" fmla="sin 1 f212"/>
                <a:gd name="f221" fmla="+- 0 0 f213"/>
                <a:gd name="f222" fmla="+- 0 0 f214"/>
                <a:gd name="f223" fmla="+- 0 0 f215"/>
                <a:gd name="f224" fmla="+- 0 0 f216"/>
                <a:gd name="f225" fmla="+- 0 0 f217"/>
                <a:gd name="f226" fmla="+- 0 0 f218"/>
                <a:gd name="f227" fmla="+- 0 0 f219"/>
                <a:gd name="f228" fmla="+- 0 0 f220"/>
                <a:gd name="f229" fmla="+- 0 0 f221"/>
                <a:gd name="f230" fmla="+- 0 0 f222"/>
                <a:gd name="f231" fmla="+- 0 0 f223"/>
                <a:gd name="f232" fmla="+- 0 0 f224"/>
                <a:gd name="f233" fmla="+- 0 0 f225"/>
                <a:gd name="f234" fmla="+- 0 0 f226"/>
                <a:gd name="f235" fmla="+- 0 0 f227"/>
                <a:gd name="f236" fmla="+- 0 0 f228"/>
                <a:gd name="f237" fmla="val f229"/>
                <a:gd name="f238" fmla="val f230"/>
                <a:gd name="f239" fmla="val f231"/>
                <a:gd name="f240" fmla="val f232"/>
                <a:gd name="f241" fmla="val f233"/>
                <a:gd name="f242" fmla="val f234"/>
                <a:gd name="f243" fmla="val f235"/>
                <a:gd name="f244" fmla="val f236"/>
                <a:gd name="f245" fmla="+- 0 0 f237"/>
                <a:gd name="f246" fmla="+- 0 0 f238"/>
                <a:gd name="f247" fmla="+- 0 0 f239"/>
                <a:gd name="f248" fmla="+- 0 0 f240"/>
                <a:gd name="f249" fmla="+- 0 0 f241"/>
                <a:gd name="f250" fmla="+- 0 0 f242"/>
                <a:gd name="f251" fmla="+- 0 0 f243"/>
                <a:gd name="f252" fmla="+- 0 0 f244"/>
                <a:gd name="f253" fmla="*/ f9 f245 1"/>
                <a:gd name="f254" fmla="*/ f9 f246 1"/>
                <a:gd name="f255" fmla="*/ f9 f247 1"/>
                <a:gd name="f256" fmla="*/ f9 f248 1"/>
                <a:gd name="f257" fmla="*/ f9 f249 1"/>
                <a:gd name="f258" fmla="*/ f9 f250 1"/>
                <a:gd name="f259" fmla="*/ f9 f251 1"/>
                <a:gd name="f260" fmla="*/ f9 f252 1"/>
                <a:gd name="f261" fmla="*/ f253 f63 1"/>
                <a:gd name="f262" fmla="*/ f254 f62 1"/>
                <a:gd name="f263" fmla="*/ f255 f63 1"/>
                <a:gd name="f264" fmla="*/ f256 f62 1"/>
                <a:gd name="f265" fmla="*/ f257 f89 1"/>
                <a:gd name="f266" fmla="*/ f258 f90 1"/>
                <a:gd name="f267" fmla="*/ f259 f89 1"/>
                <a:gd name="f268" fmla="*/ f260 f90 1"/>
                <a:gd name="f269" fmla="+- f72 f261 0"/>
                <a:gd name="f270" fmla="+- f71 f262 0"/>
                <a:gd name="f271" fmla="+- f72 f263 0"/>
                <a:gd name="f272" fmla="+- f71 f264 0"/>
                <a:gd name="f273" fmla="+- f72 f265 0"/>
                <a:gd name="f274" fmla="+- f71 f266 0"/>
                <a:gd name="f275" fmla="+- f72 f267 0"/>
                <a:gd name="f276" fmla="+- f71 f268 0"/>
                <a:gd name="f277" fmla="max f269 f273"/>
                <a:gd name="f278" fmla="max f271 f275"/>
                <a:gd name="f279" fmla="max f270 f274"/>
                <a:gd name="f280" fmla="max f272 f276"/>
                <a:gd name="f281" fmla="min f269 f273"/>
                <a:gd name="f282" fmla="min f271 f275"/>
                <a:gd name="f283" fmla="min f270 f274"/>
                <a:gd name="f284" fmla="min f272 f276"/>
                <a:gd name="f285" fmla="+- f269 f275 0"/>
                <a:gd name="f286" fmla="+- f270 f276 0"/>
                <a:gd name="f287" fmla="+- f271 f273 0"/>
                <a:gd name="f288" fmla="+- f272 f274 0"/>
                <a:gd name="f289" fmla="*/ f269 f41 1"/>
                <a:gd name="f290" fmla="*/ f270 f41 1"/>
                <a:gd name="f291" fmla="*/ f273 f41 1"/>
                <a:gd name="f292" fmla="*/ f274 f41 1"/>
                <a:gd name="f293" fmla="max f277 f278"/>
                <a:gd name="f294" fmla="max f279 f280"/>
                <a:gd name="f295" fmla="min f281 f282"/>
                <a:gd name="f296" fmla="min f283 f284"/>
                <a:gd name="f297" fmla="*/ f285 1 2"/>
                <a:gd name="f298" fmla="*/ f286 1 2"/>
                <a:gd name="f299" fmla="*/ f287 1 2"/>
                <a:gd name="f300" fmla="*/ f288 1 2"/>
                <a:gd name="f301" fmla="?: f81 f46 f293"/>
                <a:gd name="f302" fmla="?: f82 f47 f294"/>
                <a:gd name="f303" fmla="?: f83 f7 f295"/>
                <a:gd name="f304" fmla="?: f84 f7 f296"/>
                <a:gd name="f305" fmla="*/ f297 f41 1"/>
                <a:gd name="f306" fmla="*/ f298 f41 1"/>
                <a:gd name="f307" fmla="*/ f299 f41 1"/>
                <a:gd name="f308" fmla="*/ f300 f41 1"/>
                <a:gd name="f309" fmla="*/ f303 f41 1"/>
                <a:gd name="f310" fmla="*/ f304 f41 1"/>
                <a:gd name="f311" fmla="*/ f301 f41 1"/>
                <a:gd name="f312" fmla="*/ f302 f4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8">
                  <a:pos x="f305" y="f306"/>
                </a:cxn>
                <a:cxn ang="f39">
                  <a:pos x="f307" y="f308"/>
                </a:cxn>
                <a:cxn ang="f40">
                  <a:pos x="f87" y="f88"/>
                </a:cxn>
              </a:cxnLst>
              <a:rect l="f309" t="f310" r="f311" b="f312"/>
              <a:pathLst>
                <a:path>
                  <a:moveTo>
                    <a:pt x="f289" y="f290"/>
                  </a:moveTo>
                  <a:arcTo wR="f77" hR="f78" stAng="f48" swAng="f74"/>
                  <a:lnTo>
                    <a:pt x="f291" y="f292"/>
                  </a:lnTo>
                  <a:arcTo wR="f95" hR="f96" stAng="f49" swAng="f80"/>
                  <a:close/>
                </a:path>
              </a:pathLst>
            </a:custGeom>
            <a:solidFill>
              <a:srgbClr val="AAAAAA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6" name="Free-form: Shape 5">
              <a:extLst>
                <a:ext uri="{FF2B5EF4-FFF2-40B4-BE49-F238E27FC236}">
                  <a16:creationId xmlns:a16="http://schemas.microsoft.com/office/drawing/2014/main" id="{CCE15D22-1DF9-DDDA-3CE1-4569D16A3978}"/>
                </a:ext>
              </a:extLst>
            </p:cNvPr>
            <p:cNvSpPr/>
            <p:nvPr/>
          </p:nvSpPr>
          <p:spPr>
            <a:xfrm>
              <a:off x="6553477" y="2360916"/>
              <a:ext cx="3697678" cy="3697678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1"/>
                <a:gd name="f10" fmla="val 300"/>
                <a:gd name="f11" fmla="val 4642"/>
                <a:gd name="f12" fmla="+- 0 0 -270"/>
                <a:gd name="f13" fmla="+- 0 0 -210"/>
                <a:gd name="f14" fmla="+- 0 0 -240"/>
                <a:gd name="f15" fmla="abs f4"/>
                <a:gd name="f16" fmla="abs f5"/>
                <a:gd name="f17" fmla="abs f6"/>
                <a:gd name="f18" fmla="+- 0 0 f3"/>
                <a:gd name="f19" fmla="+- 0 0 f10"/>
                <a:gd name="f20" fmla="*/ f12 f0 1"/>
                <a:gd name="f21" fmla="*/ f13 f0 1"/>
                <a:gd name="f22" fmla="*/ f14 f0 1"/>
                <a:gd name="f23" fmla="?: f15 f4 1"/>
                <a:gd name="f24" fmla="?: f16 f5 1"/>
                <a:gd name="f25" fmla="?: f17 f6 1"/>
                <a:gd name="f26" fmla="*/ f18 f0 1"/>
                <a:gd name="f27" fmla="*/ f19 f0 1"/>
                <a:gd name="f28" fmla="*/ f20 1 f3"/>
                <a:gd name="f29" fmla="*/ f21 1 f3"/>
                <a:gd name="f30" fmla="*/ f22 1 f3"/>
                <a:gd name="f31" fmla="*/ f23 1 21600"/>
                <a:gd name="f32" fmla="*/ f24 1 21600"/>
                <a:gd name="f33" fmla="*/ 21600 f23 1"/>
                <a:gd name="f34" fmla="*/ 21600 f24 1"/>
                <a:gd name="f35" fmla="*/ f26 1 f3"/>
                <a:gd name="f36" fmla="*/ f27 1 f3"/>
                <a:gd name="f37" fmla="+- f28 0 f1"/>
                <a:gd name="f38" fmla="+- f29 0 f1"/>
                <a:gd name="f39" fmla="+- f30 0 f1"/>
                <a:gd name="f40" fmla="min f32 f31"/>
                <a:gd name="f41" fmla="*/ f33 1 f25"/>
                <a:gd name="f42" fmla="*/ f34 1 f25"/>
                <a:gd name="f43" fmla="+- f35 0 f1"/>
                <a:gd name="f44" fmla="+- f36 0 f1"/>
                <a:gd name="f45" fmla="val f41"/>
                <a:gd name="f46" fmla="val f42"/>
                <a:gd name="f47" fmla="+- 0 0 f43"/>
                <a:gd name="f48" fmla="+- 0 0 f44"/>
                <a:gd name="f49" fmla="+- f46 0 f7"/>
                <a:gd name="f50" fmla="+- f45 0 f7"/>
                <a:gd name="f51" fmla="+- f48 0 f47"/>
                <a:gd name="f52" fmla="+- f47 f1 0"/>
                <a:gd name="f53" fmla="+- f48 f1 0"/>
                <a:gd name="f54" fmla="+- 21600000 0 f47"/>
                <a:gd name="f55" fmla="+- f1 0 f47"/>
                <a:gd name="f56" fmla="+- 27000000 0 f47"/>
                <a:gd name="f57" fmla="+- f0 0 f47"/>
                <a:gd name="f58" fmla="+- 32400000 0 f47"/>
                <a:gd name="f59" fmla="+- f2 0 f47"/>
                <a:gd name="f60" fmla="+- 37800000 0 f47"/>
                <a:gd name="f61" fmla="*/ f49 1 2"/>
                <a:gd name="f62" fmla="*/ f50 1 2"/>
                <a:gd name="f63" fmla="min f50 f49"/>
                <a:gd name="f64" fmla="+- f51 21600000 0"/>
                <a:gd name="f65" fmla="?: f55 f55 f56"/>
                <a:gd name="f66" fmla="?: f57 f57 f58"/>
                <a:gd name="f67" fmla="?: f59 f59 f60"/>
                <a:gd name="f68" fmla="*/ f52 f8 1"/>
                <a:gd name="f69" fmla="*/ f53 f8 1"/>
                <a:gd name="f70" fmla="+- f7 f61 0"/>
                <a:gd name="f71" fmla="+- f7 f62 0"/>
                <a:gd name="f72" fmla="*/ f63 f11 1"/>
                <a:gd name="f73" fmla="?: f51 f51 f64"/>
                <a:gd name="f74" fmla="*/ f68 1 f0"/>
                <a:gd name="f75" fmla="*/ f69 1 f0"/>
                <a:gd name="f76" fmla="*/ f62 f40 1"/>
                <a:gd name="f77" fmla="*/ f61 f40 1"/>
                <a:gd name="f78" fmla="*/ f72 1 100000"/>
                <a:gd name="f79" fmla="+- 0 0 f73"/>
                <a:gd name="f80" fmla="+- f73 0 f54"/>
                <a:gd name="f81" fmla="+- f73 0 f65"/>
                <a:gd name="f82" fmla="+- f73 0 f66"/>
                <a:gd name="f83" fmla="+- f73 0 f67"/>
                <a:gd name="f84" fmla="+- 0 0 f74"/>
                <a:gd name="f85" fmla="+- 0 0 f75"/>
                <a:gd name="f86" fmla="*/ f71 f40 1"/>
                <a:gd name="f87" fmla="*/ f70 f40 1"/>
                <a:gd name="f88" fmla="+- f62 0 f78"/>
                <a:gd name="f89" fmla="+- f61 0 f78"/>
                <a:gd name="f90" fmla="+- 0 0 f84"/>
                <a:gd name="f91" fmla="+- 0 0 f85"/>
                <a:gd name="f92" fmla="*/ f90 f0 1"/>
                <a:gd name="f93" fmla="*/ f91 f0 1"/>
                <a:gd name="f94" fmla="*/ f88 f40 1"/>
                <a:gd name="f95" fmla="*/ f89 f40 1"/>
                <a:gd name="f96" fmla="*/ f92 1 f8"/>
                <a:gd name="f97" fmla="*/ f93 1 f8"/>
                <a:gd name="f98" fmla="+- f96 0 f1"/>
                <a:gd name="f99" fmla="+- f97 0 f1"/>
                <a:gd name="f100" fmla="sin 1 f98"/>
                <a:gd name="f101" fmla="cos 1 f98"/>
                <a:gd name="f102" fmla="sin 1 f99"/>
                <a:gd name="f103" fmla="cos 1 f99"/>
                <a:gd name="f104" fmla="+- 0 0 f100"/>
                <a:gd name="f105" fmla="+- 0 0 f101"/>
                <a:gd name="f106" fmla="+- 0 0 f102"/>
                <a:gd name="f107" fmla="+- 0 0 f103"/>
                <a:gd name="f108" fmla="+- 0 0 f104"/>
                <a:gd name="f109" fmla="+- 0 0 f105"/>
                <a:gd name="f110" fmla="+- 0 0 f106"/>
                <a:gd name="f111" fmla="+- 0 0 f107"/>
                <a:gd name="f112" fmla="val f108"/>
                <a:gd name="f113" fmla="val f109"/>
                <a:gd name="f114" fmla="val f110"/>
                <a:gd name="f115" fmla="val f111"/>
                <a:gd name="f116" fmla="*/ f112 f62 1"/>
                <a:gd name="f117" fmla="*/ f113 f61 1"/>
                <a:gd name="f118" fmla="*/ f114 f62 1"/>
                <a:gd name="f119" fmla="*/ f115 f61 1"/>
                <a:gd name="f120" fmla="*/ f114 f88 1"/>
                <a:gd name="f121" fmla="*/ f115 f89 1"/>
                <a:gd name="f122" fmla="*/ f112 f88 1"/>
                <a:gd name="f123" fmla="*/ f113 f89 1"/>
                <a:gd name="f124" fmla="+- 0 0 f117"/>
                <a:gd name="f125" fmla="+- 0 0 f116"/>
                <a:gd name="f126" fmla="+- 0 0 f119"/>
                <a:gd name="f127" fmla="+- 0 0 f118"/>
                <a:gd name="f128" fmla="+- 0 0 f121"/>
                <a:gd name="f129" fmla="+- 0 0 f120"/>
                <a:gd name="f130" fmla="+- 0 0 f123"/>
                <a:gd name="f131" fmla="+- 0 0 f122"/>
                <a:gd name="f132" fmla="+- 0 0 f124"/>
                <a:gd name="f133" fmla="+- 0 0 f125"/>
                <a:gd name="f134" fmla="+- 0 0 f126"/>
                <a:gd name="f135" fmla="+- 0 0 f127"/>
                <a:gd name="f136" fmla="+- 0 0 f128"/>
                <a:gd name="f137" fmla="+- 0 0 f129"/>
                <a:gd name="f138" fmla="+- 0 0 f130"/>
                <a:gd name="f139" fmla="+- 0 0 f131"/>
                <a:gd name="f140" fmla="at2 f132 f133"/>
                <a:gd name="f141" fmla="at2 f134 f135"/>
                <a:gd name="f142" fmla="at2 f136 f137"/>
                <a:gd name="f143" fmla="at2 f138 f139"/>
                <a:gd name="f144" fmla="+- f140 f1 0"/>
                <a:gd name="f145" fmla="+- f141 f1 0"/>
                <a:gd name="f146" fmla="+- f142 f1 0"/>
                <a:gd name="f147" fmla="+- f143 f1 0"/>
                <a:gd name="f148" fmla="*/ f144 f8 1"/>
                <a:gd name="f149" fmla="*/ f145 f8 1"/>
                <a:gd name="f150" fmla="*/ f146 f8 1"/>
                <a:gd name="f151" fmla="*/ f147 f8 1"/>
                <a:gd name="f152" fmla="*/ f148 1 f0"/>
                <a:gd name="f153" fmla="*/ f149 1 f0"/>
                <a:gd name="f154" fmla="*/ f150 1 f0"/>
                <a:gd name="f155" fmla="*/ f151 1 f0"/>
                <a:gd name="f156" fmla="+- 0 0 f152"/>
                <a:gd name="f157" fmla="+- 0 0 f153"/>
                <a:gd name="f158" fmla="+- 0 0 f154"/>
                <a:gd name="f159" fmla="+- 0 0 f155"/>
                <a:gd name="f160" fmla="val f156"/>
                <a:gd name="f161" fmla="val f157"/>
                <a:gd name="f162" fmla="val f158"/>
                <a:gd name="f163" fmla="val f159"/>
                <a:gd name="f164" fmla="+- 0 0 f160"/>
                <a:gd name="f165" fmla="+- 0 0 f161"/>
                <a:gd name="f166" fmla="+- 0 0 f162"/>
                <a:gd name="f167" fmla="+- 0 0 f163"/>
                <a:gd name="f168" fmla="*/ f164 f0 1"/>
                <a:gd name="f169" fmla="*/ f165 f0 1"/>
                <a:gd name="f170" fmla="*/ f166 f0 1"/>
                <a:gd name="f171" fmla="*/ f167 f0 1"/>
                <a:gd name="f172" fmla="*/ f168 1 f8"/>
                <a:gd name="f173" fmla="*/ f169 1 f8"/>
                <a:gd name="f174" fmla="*/ f170 1 f8"/>
                <a:gd name="f175" fmla="*/ f171 1 f8"/>
                <a:gd name="f176" fmla="+- f172 0 f1"/>
                <a:gd name="f177" fmla="+- f173 0 f1"/>
                <a:gd name="f178" fmla="+- f174 0 f1"/>
                <a:gd name="f179" fmla="+- f175 0 f1"/>
                <a:gd name="f180" fmla="+- f176 f1 0"/>
                <a:gd name="f181" fmla="+- f177 f1 0"/>
                <a:gd name="f182" fmla="+- f178 f1 0"/>
                <a:gd name="f183" fmla="+- f179 f1 0"/>
                <a:gd name="f184" fmla="*/ f180 f8 1"/>
                <a:gd name="f185" fmla="*/ f181 f8 1"/>
                <a:gd name="f186" fmla="*/ f182 f8 1"/>
                <a:gd name="f187" fmla="*/ f183 f8 1"/>
                <a:gd name="f188" fmla="*/ f184 1 f0"/>
                <a:gd name="f189" fmla="*/ f185 1 f0"/>
                <a:gd name="f190" fmla="*/ f186 1 f0"/>
                <a:gd name="f191" fmla="*/ f187 1 f0"/>
                <a:gd name="f192" fmla="+- 0 0 f188"/>
                <a:gd name="f193" fmla="+- 0 0 f189"/>
                <a:gd name="f194" fmla="+- 0 0 f190"/>
                <a:gd name="f195" fmla="+- 0 0 f191"/>
                <a:gd name="f196" fmla="+- 0 0 f192"/>
                <a:gd name="f197" fmla="+- 0 0 f193"/>
                <a:gd name="f198" fmla="+- 0 0 f194"/>
                <a:gd name="f199" fmla="+- 0 0 f195"/>
                <a:gd name="f200" fmla="*/ f196 f0 1"/>
                <a:gd name="f201" fmla="*/ f197 f0 1"/>
                <a:gd name="f202" fmla="*/ f198 f0 1"/>
                <a:gd name="f203" fmla="*/ f199 f0 1"/>
                <a:gd name="f204" fmla="*/ f200 1 f8"/>
                <a:gd name="f205" fmla="*/ f201 1 f8"/>
                <a:gd name="f206" fmla="*/ f202 1 f8"/>
                <a:gd name="f207" fmla="*/ f203 1 f8"/>
                <a:gd name="f208" fmla="+- f204 0 f1"/>
                <a:gd name="f209" fmla="+- f205 0 f1"/>
                <a:gd name="f210" fmla="+- f206 0 f1"/>
                <a:gd name="f211" fmla="+- f207 0 f1"/>
                <a:gd name="f212" fmla="cos 1 f208"/>
                <a:gd name="f213" fmla="sin 1 f208"/>
                <a:gd name="f214" fmla="cos 1 f209"/>
                <a:gd name="f215" fmla="sin 1 f209"/>
                <a:gd name="f216" fmla="cos 1 f210"/>
                <a:gd name="f217" fmla="sin 1 f210"/>
                <a:gd name="f218" fmla="cos 1 f211"/>
                <a:gd name="f219" fmla="sin 1 f211"/>
                <a:gd name="f220" fmla="+- 0 0 f212"/>
                <a:gd name="f221" fmla="+- 0 0 f213"/>
                <a:gd name="f222" fmla="+- 0 0 f214"/>
                <a:gd name="f223" fmla="+- 0 0 f215"/>
                <a:gd name="f224" fmla="+- 0 0 f216"/>
                <a:gd name="f225" fmla="+- 0 0 f217"/>
                <a:gd name="f226" fmla="+- 0 0 f218"/>
                <a:gd name="f227" fmla="+- 0 0 f219"/>
                <a:gd name="f228" fmla="+- 0 0 f220"/>
                <a:gd name="f229" fmla="+- 0 0 f221"/>
                <a:gd name="f230" fmla="+- 0 0 f222"/>
                <a:gd name="f231" fmla="+- 0 0 f223"/>
                <a:gd name="f232" fmla="+- 0 0 f224"/>
                <a:gd name="f233" fmla="+- 0 0 f225"/>
                <a:gd name="f234" fmla="+- 0 0 f226"/>
                <a:gd name="f235" fmla="+- 0 0 f227"/>
                <a:gd name="f236" fmla="val f228"/>
                <a:gd name="f237" fmla="val f229"/>
                <a:gd name="f238" fmla="val f230"/>
                <a:gd name="f239" fmla="val f231"/>
                <a:gd name="f240" fmla="val f232"/>
                <a:gd name="f241" fmla="val f233"/>
                <a:gd name="f242" fmla="val f234"/>
                <a:gd name="f243" fmla="val f235"/>
                <a:gd name="f244" fmla="+- 0 0 f236"/>
                <a:gd name="f245" fmla="+- 0 0 f237"/>
                <a:gd name="f246" fmla="+- 0 0 f238"/>
                <a:gd name="f247" fmla="+- 0 0 f239"/>
                <a:gd name="f248" fmla="+- 0 0 f240"/>
                <a:gd name="f249" fmla="+- 0 0 f241"/>
                <a:gd name="f250" fmla="+- 0 0 f242"/>
                <a:gd name="f251" fmla="+- 0 0 f243"/>
                <a:gd name="f252" fmla="*/ f9 f244 1"/>
                <a:gd name="f253" fmla="*/ f9 f245 1"/>
                <a:gd name="f254" fmla="*/ f9 f246 1"/>
                <a:gd name="f255" fmla="*/ f9 f247 1"/>
                <a:gd name="f256" fmla="*/ f9 f248 1"/>
                <a:gd name="f257" fmla="*/ f9 f249 1"/>
                <a:gd name="f258" fmla="*/ f9 f250 1"/>
                <a:gd name="f259" fmla="*/ f9 f251 1"/>
                <a:gd name="f260" fmla="*/ f252 f62 1"/>
                <a:gd name="f261" fmla="*/ f253 f61 1"/>
                <a:gd name="f262" fmla="*/ f254 f62 1"/>
                <a:gd name="f263" fmla="*/ f255 f61 1"/>
                <a:gd name="f264" fmla="*/ f256 f88 1"/>
                <a:gd name="f265" fmla="*/ f257 f89 1"/>
                <a:gd name="f266" fmla="*/ f258 f88 1"/>
                <a:gd name="f267" fmla="*/ f259 f89 1"/>
                <a:gd name="f268" fmla="+- f71 f260 0"/>
                <a:gd name="f269" fmla="+- f70 f261 0"/>
                <a:gd name="f270" fmla="+- f71 f262 0"/>
                <a:gd name="f271" fmla="+- f70 f263 0"/>
                <a:gd name="f272" fmla="+- f71 f264 0"/>
                <a:gd name="f273" fmla="+- f70 f265 0"/>
                <a:gd name="f274" fmla="+- f71 f266 0"/>
                <a:gd name="f275" fmla="+- f70 f267 0"/>
                <a:gd name="f276" fmla="max f268 f272"/>
                <a:gd name="f277" fmla="max f270 f274"/>
                <a:gd name="f278" fmla="max f269 f273"/>
                <a:gd name="f279" fmla="max f271 f275"/>
                <a:gd name="f280" fmla="min f268 f272"/>
                <a:gd name="f281" fmla="min f270 f274"/>
                <a:gd name="f282" fmla="min f269 f273"/>
                <a:gd name="f283" fmla="min f271 f275"/>
                <a:gd name="f284" fmla="+- f268 f274 0"/>
                <a:gd name="f285" fmla="+- f269 f275 0"/>
                <a:gd name="f286" fmla="+- f270 f272 0"/>
                <a:gd name="f287" fmla="+- f271 f273 0"/>
                <a:gd name="f288" fmla="*/ f268 f40 1"/>
                <a:gd name="f289" fmla="*/ f269 f40 1"/>
                <a:gd name="f290" fmla="*/ f272 f40 1"/>
                <a:gd name="f291" fmla="*/ f273 f40 1"/>
                <a:gd name="f292" fmla="max f276 f277"/>
                <a:gd name="f293" fmla="max f278 f279"/>
                <a:gd name="f294" fmla="min f280 f281"/>
                <a:gd name="f295" fmla="min f282 f283"/>
                <a:gd name="f296" fmla="*/ f284 1 2"/>
                <a:gd name="f297" fmla="*/ f285 1 2"/>
                <a:gd name="f298" fmla="*/ f286 1 2"/>
                <a:gd name="f299" fmla="*/ f287 1 2"/>
                <a:gd name="f300" fmla="?: f80 f45 f292"/>
                <a:gd name="f301" fmla="?: f81 f46 f293"/>
                <a:gd name="f302" fmla="?: f82 f7 f294"/>
                <a:gd name="f303" fmla="?: f83 f7 f295"/>
                <a:gd name="f304" fmla="*/ f296 f40 1"/>
                <a:gd name="f305" fmla="*/ f297 f40 1"/>
                <a:gd name="f306" fmla="*/ f298 f40 1"/>
                <a:gd name="f307" fmla="*/ f299 f40 1"/>
                <a:gd name="f308" fmla="*/ f302 f40 1"/>
                <a:gd name="f309" fmla="*/ f303 f40 1"/>
                <a:gd name="f310" fmla="*/ f300 f40 1"/>
                <a:gd name="f311" fmla="*/ f301 f4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304" y="f305"/>
                </a:cxn>
                <a:cxn ang="f38">
                  <a:pos x="f306" y="f307"/>
                </a:cxn>
                <a:cxn ang="f39">
                  <a:pos x="f86" y="f87"/>
                </a:cxn>
              </a:cxnLst>
              <a:rect l="f308" t="f309" r="f310" b="f311"/>
              <a:pathLst>
                <a:path>
                  <a:moveTo>
                    <a:pt x="f288" y="f289"/>
                  </a:moveTo>
                  <a:arcTo wR="f76" hR="f77" stAng="f47" swAng="f73"/>
                  <a:lnTo>
                    <a:pt x="f290" y="f291"/>
                  </a:lnTo>
                  <a:arcTo wR="f94" hR="f95" stAng="f48" swAng="f79"/>
                  <a:close/>
                </a:path>
              </a:pathLst>
            </a:custGeom>
            <a:solidFill>
              <a:srgbClr val="AAAAAA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AD43197D-81CF-CF5E-259E-A21E924CF163}"/>
                </a:ext>
              </a:extLst>
            </p:cNvPr>
            <p:cNvSpPr/>
            <p:nvPr/>
          </p:nvSpPr>
          <p:spPr>
            <a:xfrm>
              <a:off x="7550959" y="3358399"/>
              <a:ext cx="1702713" cy="170271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02712"/>
                <a:gd name="f7" fmla="val 851356"/>
                <a:gd name="f8" fmla="val 381165"/>
                <a:gd name="f9" fmla="val 1321547"/>
                <a:gd name="f10" fmla="+- 0 0 -90"/>
                <a:gd name="f11" fmla="*/ f3 1 1702712"/>
                <a:gd name="f12" fmla="*/ f4 1 1702712"/>
                <a:gd name="f13" fmla="+- f6 0 f5"/>
                <a:gd name="f14" fmla="*/ f10 f0 1"/>
                <a:gd name="f15" fmla="*/ f13 1 1702712"/>
                <a:gd name="f16" fmla="*/ 0 f13 1"/>
                <a:gd name="f17" fmla="*/ 851356 f13 1"/>
                <a:gd name="f18" fmla="*/ 1702712 f13 1"/>
                <a:gd name="f19" fmla="*/ f14 1 f2"/>
                <a:gd name="f20" fmla="*/ f16 1 1702712"/>
                <a:gd name="f21" fmla="*/ f17 1 1702712"/>
                <a:gd name="f22" fmla="*/ f18 1 1702712"/>
                <a:gd name="f23" fmla="*/ f5 1 f15"/>
                <a:gd name="f24" fmla="*/ f6 1 f15"/>
                <a:gd name="f25" fmla="+- f19 0 f1"/>
                <a:gd name="f26" fmla="*/ f20 1 f15"/>
                <a:gd name="f27" fmla="*/ f21 1 f15"/>
                <a:gd name="f28" fmla="*/ f22 1 f15"/>
                <a:gd name="f29" fmla="*/ f23 f11 1"/>
                <a:gd name="f30" fmla="*/ f24 f11 1"/>
                <a:gd name="f31" fmla="*/ f24 f12 1"/>
                <a:gd name="f32" fmla="*/ f23 f12 1"/>
                <a:gd name="f33" fmla="*/ f26 f11 1"/>
                <a:gd name="f34" fmla="*/ f27 f12 1"/>
                <a:gd name="f35" fmla="*/ f27 f11 1"/>
                <a:gd name="f36" fmla="*/ f26 f12 1"/>
                <a:gd name="f37" fmla="*/ f28 f11 1"/>
                <a:gd name="f38" fmla="*/ f28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33" y="f34"/>
                </a:cxn>
                <a:cxn ang="f25">
                  <a:pos x="f35" y="f36"/>
                </a:cxn>
                <a:cxn ang="f25">
                  <a:pos x="f37" y="f34"/>
                </a:cxn>
                <a:cxn ang="f25">
                  <a:pos x="f35" y="f38"/>
                </a:cxn>
                <a:cxn ang="f25">
                  <a:pos x="f33" y="f34"/>
                </a:cxn>
              </a:cxnLst>
              <a:rect l="f29" t="f32" r="f30" b="f31"/>
              <a:pathLst>
                <a:path w="1702712" h="1702712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6" y="f8"/>
                    <a:pt x="f6" y="f7"/>
                  </a:cubicBezTo>
                  <a:cubicBezTo>
                    <a:pt x="f6" y="f9"/>
                    <a:pt x="f9" y="f6"/>
                    <a:pt x="f7" y="f6"/>
                  </a:cubicBezTo>
                  <a:cubicBezTo>
                    <a:pt x="f8" y="f6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269674" tIns="269674" rIns="269674" bIns="269674" anchor="ctr" anchorCtr="1" compatLnSpc="1">
              <a:noAutofit/>
            </a:bodyPr>
            <a:lstStyle/>
            <a:p>
              <a:pPr marL="0" marR="0" lvl="0" indent="0" algn="ctr" defTabSz="71120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600" b="0" i="0" u="none" strike="noStrike" kern="1200" cap="none" spc="0" baseline="0">
                  <a:solidFill>
                    <a:srgbClr val="000000"/>
                  </a:solidFill>
                  <a:uFillTx/>
                  <a:latin typeface="Sagona Book"/>
                </a:rPr>
                <a:t>Traditional Obstacles in Education</a:t>
              </a: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434CE1DF-B2D6-20D5-3B4A-5F7868B2E555}"/>
                </a:ext>
              </a:extLst>
            </p:cNvPr>
            <p:cNvSpPr/>
            <p:nvPr/>
          </p:nvSpPr>
          <p:spPr>
            <a:xfrm>
              <a:off x="7806369" y="1807869"/>
              <a:ext cx="1191902" cy="119190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91898"/>
                <a:gd name="f7" fmla="val 595949"/>
                <a:gd name="f8" fmla="val 266815"/>
                <a:gd name="f9" fmla="val 925083"/>
                <a:gd name="f10" fmla="+- 0 0 -90"/>
                <a:gd name="f11" fmla="*/ f3 1 1191898"/>
                <a:gd name="f12" fmla="*/ f4 1 1191898"/>
                <a:gd name="f13" fmla="+- f6 0 f5"/>
                <a:gd name="f14" fmla="*/ f10 f0 1"/>
                <a:gd name="f15" fmla="*/ f13 1 1191898"/>
                <a:gd name="f16" fmla="*/ 0 f13 1"/>
                <a:gd name="f17" fmla="*/ 595949 f13 1"/>
                <a:gd name="f18" fmla="*/ 1191898 f13 1"/>
                <a:gd name="f19" fmla="*/ f14 1 f2"/>
                <a:gd name="f20" fmla="*/ f16 1 1191898"/>
                <a:gd name="f21" fmla="*/ f17 1 1191898"/>
                <a:gd name="f22" fmla="*/ f18 1 1191898"/>
                <a:gd name="f23" fmla="*/ f5 1 f15"/>
                <a:gd name="f24" fmla="*/ f6 1 f15"/>
                <a:gd name="f25" fmla="+- f19 0 f1"/>
                <a:gd name="f26" fmla="*/ f20 1 f15"/>
                <a:gd name="f27" fmla="*/ f21 1 f15"/>
                <a:gd name="f28" fmla="*/ f22 1 f15"/>
                <a:gd name="f29" fmla="*/ f23 f11 1"/>
                <a:gd name="f30" fmla="*/ f24 f11 1"/>
                <a:gd name="f31" fmla="*/ f24 f12 1"/>
                <a:gd name="f32" fmla="*/ f23 f12 1"/>
                <a:gd name="f33" fmla="*/ f26 f11 1"/>
                <a:gd name="f34" fmla="*/ f27 f12 1"/>
                <a:gd name="f35" fmla="*/ f27 f11 1"/>
                <a:gd name="f36" fmla="*/ f26 f12 1"/>
                <a:gd name="f37" fmla="*/ f28 f11 1"/>
                <a:gd name="f38" fmla="*/ f28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33" y="f34"/>
                </a:cxn>
                <a:cxn ang="f25">
                  <a:pos x="f35" y="f36"/>
                </a:cxn>
                <a:cxn ang="f25">
                  <a:pos x="f37" y="f34"/>
                </a:cxn>
                <a:cxn ang="f25">
                  <a:pos x="f35" y="f38"/>
                </a:cxn>
                <a:cxn ang="f25">
                  <a:pos x="f33" y="f34"/>
                </a:cxn>
              </a:cxnLst>
              <a:rect l="f29" t="f32" r="f30" b="f31"/>
              <a:pathLst>
                <a:path w="1191898" h="1191898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6" y="f8"/>
                    <a:pt x="f6" y="f7"/>
                  </a:cubicBezTo>
                  <a:cubicBezTo>
                    <a:pt x="f6" y="f9"/>
                    <a:pt x="f9" y="f6"/>
                    <a:pt x="f7" y="f6"/>
                  </a:cubicBezTo>
                  <a:cubicBezTo>
                    <a:pt x="f8" y="f6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191054" tIns="191054" rIns="191054" bIns="191054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300" b="0" i="0" u="none" strike="noStrike" kern="1200" cap="none" spc="0" baseline="0">
                  <a:solidFill>
                    <a:srgbClr val="000000"/>
                  </a:solidFill>
                  <a:uFillTx/>
                  <a:latin typeface="Sagona Book"/>
                </a:rPr>
                <a:t>Cognitive Overload</a:t>
              </a:r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FCD6C016-F2C9-4F8B-2C83-09CB06B8F8B5}"/>
                </a:ext>
              </a:extLst>
            </p:cNvPr>
            <p:cNvSpPr/>
            <p:nvPr/>
          </p:nvSpPr>
          <p:spPr>
            <a:xfrm>
              <a:off x="9370350" y="4516770"/>
              <a:ext cx="1191902" cy="119190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91898"/>
                <a:gd name="f7" fmla="val 595949"/>
                <a:gd name="f8" fmla="val 266815"/>
                <a:gd name="f9" fmla="val 925083"/>
                <a:gd name="f10" fmla="+- 0 0 -90"/>
                <a:gd name="f11" fmla="*/ f3 1 1191898"/>
                <a:gd name="f12" fmla="*/ f4 1 1191898"/>
                <a:gd name="f13" fmla="+- f6 0 f5"/>
                <a:gd name="f14" fmla="*/ f10 f0 1"/>
                <a:gd name="f15" fmla="*/ f13 1 1191898"/>
                <a:gd name="f16" fmla="*/ 0 f13 1"/>
                <a:gd name="f17" fmla="*/ 595949 f13 1"/>
                <a:gd name="f18" fmla="*/ 1191898 f13 1"/>
                <a:gd name="f19" fmla="*/ f14 1 f2"/>
                <a:gd name="f20" fmla="*/ f16 1 1191898"/>
                <a:gd name="f21" fmla="*/ f17 1 1191898"/>
                <a:gd name="f22" fmla="*/ f18 1 1191898"/>
                <a:gd name="f23" fmla="*/ f5 1 f15"/>
                <a:gd name="f24" fmla="*/ f6 1 f15"/>
                <a:gd name="f25" fmla="+- f19 0 f1"/>
                <a:gd name="f26" fmla="*/ f20 1 f15"/>
                <a:gd name="f27" fmla="*/ f21 1 f15"/>
                <a:gd name="f28" fmla="*/ f22 1 f15"/>
                <a:gd name="f29" fmla="*/ f23 f11 1"/>
                <a:gd name="f30" fmla="*/ f24 f11 1"/>
                <a:gd name="f31" fmla="*/ f24 f12 1"/>
                <a:gd name="f32" fmla="*/ f23 f12 1"/>
                <a:gd name="f33" fmla="*/ f26 f11 1"/>
                <a:gd name="f34" fmla="*/ f27 f12 1"/>
                <a:gd name="f35" fmla="*/ f27 f11 1"/>
                <a:gd name="f36" fmla="*/ f26 f12 1"/>
                <a:gd name="f37" fmla="*/ f28 f11 1"/>
                <a:gd name="f38" fmla="*/ f28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33" y="f34"/>
                </a:cxn>
                <a:cxn ang="f25">
                  <a:pos x="f35" y="f36"/>
                </a:cxn>
                <a:cxn ang="f25">
                  <a:pos x="f37" y="f34"/>
                </a:cxn>
                <a:cxn ang="f25">
                  <a:pos x="f35" y="f38"/>
                </a:cxn>
                <a:cxn ang="f25">
                  <a:pos x="f33" y="f34"/>
                </a:cxn>
              </a:cxnLst>
              <a:rect l="f29" t="f32" r="f30" b="f31"/>
              <a:pathLst>
                <a:path w="1191898" h="1191898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6" y="f8"/>
                    <a:pt x="f6" y="f7"/>
                  </a:cubicBezTo>
                  <a:cubicBezTo>
                    <a:pt x="f6" y="f9"/>
                    <a:pt x="f9" y="f6"/>
                    <a:pt x="f7" y="f6"/>
                  </a:cubicBezTo>
                  <a:cubicBezTo>
                    <a:pt x="f8" y="f6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191054" tIns="191054" rIns="191054" bIns="191054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300" b="0" i="0" u="none" strike="noStrike" kern="1200" cap="none" spc="0" baseline="0">
                  <a:solidFill>
                    <a:srgbClr val="000000"/>
                  </a:solidFill>
                  <a:uFillTx/>
                  <a:latin typeface="Sagona Book"/>
                </a:rPr>
                <a:t>Limited / Delayed Feedback</a:t>
              </a:r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3C391B46-8F62-CA93-272B-66B7BB020AC1}"/>
                </a:ext>
              </a:extLst>
            </p:cNvPr>
            <p:cNvSpPr/>
            <p:nvPr/>
          </p:nvSpPr>
          <p:spPr>
            <a:xfrm>
              <a:off x="6242389" y="4516770"/>
              <a:ext cx="1191902" cy="119190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91898"/>
                <a:gd name="f7" fmla="val 595949"/>
                <a:gd name="f8" fmla="val 266815"/>
                <a:gd name="f9" fmla="val 925083"/>
                <a:gd name="f10" fmla="+- 0 0 -90"/>
                <a:gd name="f11" fmla="*/ f3 1 1191898"/>
                <a:gd name="f12" fmla="*/ f4 1 1191898"/>
                <a:gd name="f13" fmla="+- f6 0 f5"/>
                <a:gd name="f14" fmla="*/ f10 f0 1"/>
                <a:gd name="f15" fmla="*/ f13 1 1191898"/>
                <a:gd name="f16" fmla="*/ 0 f13 1"/>
                <a:gd name="f17" fmla="*/ 595949 f13 1"/>
                <a:gd name="f18" fmla="*/ 1191898 f13 1"/>
                <a:gd name="f19" fmla="*/ f14 1 f2"/>
                <a:gd name="f20" fmla="*/ f16 1 1191898"/>
                <a:gd name="f21" fmla="*/ f17 1 1191898"/>
                <a:gd name="f22" fmla="*/ f18 1 1191898"/>
                <a:gd name="f23" fmla="*/ f5 1 f15"/>
                <a:gd name="f24" fmla="*/ f6 1 f15"/>
                <a:gd name="f25" fmla="+- f19 0 f1"/>
                <a:gd name="f26" fmla="*/ f20 1 f15"/>
                <a:gd name="f27" fmla="*/ f21 1 f15"/>
                <a:gd name="f28" fmla="*/ f22 1 f15"/>
                <a:gd name="f29" fmla="*/ f23 f11 1"/>
                <a:gd name="f30" fmla="*/ f24 f11 1"/>
                <a:gd name="f31" fmla="*/ f24 f12 1"/>
                <a:gd name="f32" fmla="*/ f23 f12 1"/>
                <a:gd name="f33" fmla="*/ f26 f11 1"/>
                <a:gd name="f34" fmla="*/ f27 f12 1"/>
                <a:gd name="f35" fmla="*/ f27 f11 1"/>
                <a:gd name="f36" fmla="*/ f26 f12 1"/>
                <a:gd name="f37" fmla="*/ f28 f11 1"/>
                <a:gd name="f38" fmla="*/ f28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33" y="f34"/>
                </a:cxn>
                <a:cxn ang="f25">
                  <a:pos x="f35" y="f36"/>
                </a:cxn>
                <a:cxn ang="f25">
                  <a:pos x="f37" y="f34"/>
                </a:cxn>
                <a:cxn ang="f25">
                  <a:pos x="f35" y="f38"/>
                </a:cxn>
                <a:cxn ang="f25">
                  <a:pos x="f33" y="f34"/>
                </a:cxn>
              </a:cxnLst>
              <a:rect l="f29" t="f32" r="f30" b="f31"/>
              <a:pathLst>
                <a:path w="1191898" h="1191898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6" y="f8"/>
                    <a:pt x="f6" y="f7"/>
                  </a:cubicBezTo>
                  <a:cubicBezTo>
                    <a:pt x="f6" y="f9"/>
                    <a:pt x="f9" y="f6"/>
                    <a:pt x="f7" y="f6"/>
                  </a:cubicBezTo>
                  <a:cubicBezTo>
                    <a:pt x="f8" y="f6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191054" tIns="191054" rIns="191054" bIns="191054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300" b="0" i="0" u="none" strike="noStrike" kern="1200" cap="none" spc="0" baseline="0">
                  <a:solidFill>
                    <a:srgbClr val="000000"/>
                  </a:solidFill>
                  <a:uFillTx/>
                  <a:latin typeface="Sagona Book"/>
                </a:rPr>
                <a:t>Limited feedback and support</a:t>
              </a:r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ECF9E196-C1DE-2111-6B17-7A9682D89A70}"/>
              </a:ext>
            </a:extLst>
          </p:cNvPr>
          <p:cNvSpPr txBox="1"/>
          <p:nvPr/>
        </p:nvSpPr>
        <p:spPr>
          <a:xfrm>
            <a:off x="1066803" y="2491712"/>
            <a:ext cx="4724403" cy="25545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2000" b="0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Programming education has had long-standing </a:t>
            </a:r>
            <a:r>
              <a:rPr lang="en-IE" sz="2000" b="1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challenges</a:t>
            </a:r>
            <a:r>
              <a:rPr lang="en-IE" sz="2000" b="0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2000" b="0" i="0" u="none" strike="noStrike" kern="1200" cap="none" spc="0" baseline="0">
              <a:solidFill>
                <a:srgbClr val="000000"/>
              </a:solidFill>
              <a:uFillTx/>
              <a:latin typeface="Sagona Book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2000" b="0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Recent LLM tools have entered classrooms rapidly.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2000" b="0" i="0" u="none" strike="noStrike" kern="1200" cap="none" spc="0" baseline="0">
              <a:solidFill>
                <a:srgbClr val="000000"/>
              </a:solidFill>
              <a:uFillTx/>
              <a:latin typeface="Sagona Book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2000" b="0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However, we need to understand the </a:t>
            </a:r>
            <a:r>
              <a:rPr lang="en-IE" sz="2000" b="1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educational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F2511-DDEE-1E66-6EF6-2417F8B52C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26030"/>
            <a:ext cx="12110715" cy="1371600"/>
          </a:xfrm>
        </p:spPr>
        <p:txBody>
          <a:bodyPr anchorCtr="1"/>
          <a:lstStyle/>
          <a:p>
            <a:pPr lvl="0" algn="ctr"/>
            <a:r>
              <a:rPr lang="en-IE"/>
              <a:t>Methodology</a:t>
            </a:r>
          </a:p>
        </p:txBody>
      </p:sp>
      <p:grpSp>
        <p:nvGrpSpPr>
          <p:cNvPr id="3" name="Content Placeholder 3">
            <a:extLst>
              <a:ext uri="{FF2B5EF4-FFF2-40B4-BE49-F238E27FC236}">
                <a16:creationId xmlns:a16="http://schemas.microsoft.com/office/drawing/2014/main" id="{10374455-4558-E527-2DD7-58CCF80AF4E8}"/>
              </a:ext>
            </a:extLst>
          </p:cNvPr>
          <p:cNvGrpSpPr/>
          <p:nvPr/>
        </p:nvGrpSpPr>
        <p:grpSpPr>
          <a:xfrm>
            <a:off x="2128750" y="1676022"/>
            <a:ext cx="8147862" cy="1412994"/>
            <a:chOff x="2128750" y="1676022"/>
            <a:chExt cx="8147862" cy="1412994"/>
          </a:xfrm>
        </p:grpSpPr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AD20B02F-E325-032D-7344-30F6A48B2082}"/>
                </a:ext>
              </a:extLst>
            </p:cNvPr>
            <p:cNvSpPr/>
            <p:nvPr/>
          </p:nvSpPr>
          <p:spPr>
            <a:xfrm>
              <a:off x="2128750" y="1676022"/>
              <a:ext cx="2198967" cy="8639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198965"/>
                <a:gd name="f7" fmla="val 864000"/>
                <a:gd name="f8" fmla="val 1766965"/>
                <a:gd name="f9" fmla="val 432000"/>
                <a:gd name="f10" fmla="+- 0 0 -90"/>
                <a:gd name="f11" fmla="*/ f3 1 2198965"/>
                <a:gd name="f12" fmla="*/ f4 1 864000"/>
                <a:gd name="f13" fmla="+- f7 0 f5"/>
                <a:gd name="f14" fmla="+- f6 0 f5"/>
                <a:gd name="f15" fmla="*/ f10 f0 1"/>
                <a:gd name="f16" fmla="*/ f14 1 2198965"/>
                <a:gd name="f17" fmla="*/ f13 1 864000"/>
                <a:gd name="f18" fmla="*/ 0 f14 1"/>
                <a:gd name="f19" fmla="*/ 0 f13 1"/>
                <a:gd name="f20" fmla="*/ 1766965 f14 1"/>
                <a:gd name="f21" fmla="*/ 2198965 f14 1"/>
                <a:gd name="f22" fmla="*/ 432000 f13 1"/>
                <a:gd name="f23" fmla="*/ 864000 f13 1"/>
                <a:gd name="f24" fmla="*/ 432000 f14 1"/>
                <a:gd name="f25" fmla="*/ f15 1 f2"/>
                <a:gd name="f26" fmla="*/ f18 1 2198965"/>
                <a:gd name="f27" fmla="*/ f19 1 864000"/>
                <a:gd name="f28" fmla="*/ f20 1 2198965"/>
                <a:gd name="f29" fmla="*/ f21 1 2198965"/>
                <a:gd name="f30" fmla="*/ f22 1 864000"/>
                <a:gd name="f31" fmla="*/ f23 1 864000"/>
                <a:gd name="f32" fmla="*/ f24 1 2198965"/>
                <a:gd name="f33" fmla="*/ f5 1 f16"/>
                <a:gd name="f34" fmla="*/ f6 1 f16"/>
                <a:gd name="f35" fmla="*/ f5 1 f17"/>
                <a:gd name="f36" fmla="*/ f7 1 f17"/>
                <a:gd name="f37" fmla="+- f25 0 f1"/>
                <a:gd name="f38" fmla="*/ f26 1 f16"/>
                <a:gd name="f39" fmla="*/ f27 1 f17"/>
                <a:gd name="f40" fmla="*/ f28 1 f16"/>
                <a:gd name="f41" fmla="*/ f29 1 f16"/>
                <a:gd name="f42" fmla="*/ f30 1 f17"/>
                <a:gd name="f43" fmla="*/ f31 1 f17"/>
                <a:gd name="f44" fmla="*/ f32 1 f16"/>
                <a:gd name="f45" fmla="*/ f33 f11 1"/>
                <a:gd name="f46" fmla="*/ f34 f11 1"/>
                <a:gd name="f47" fmla="*/ f36 f12 1"/>
                <a:gd name="f48" fmla="*/ f35 f12 1"/>
                <a:gd name="f49" fmla="*/ f38 f11 1"/>
                <a:gd name="f50" fmla="*/ f39 f12 1"/>
                <a:gd name="f51" fmla="*/ f40 f11 1"/>
                <a:gd name="f52" fmla="*/ f41 f11 1"/>
                <a:gd name="f53" fmla="*/ f42 f12 1"/>
                <a:gd name="f54" fmla="*/ f43 f12 1"/>
                <a:gd name="f55" fmla="*/ f44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49" y="f50"/>
                </a:cxn>
                <a:cxn ang="f37">
                  <a:pos x="f51" y="f50"/>
                </a:cxn>
                <a:cxn ang="f37">
                  <a:pos x="f52" y="f53"/>
                </a:cxn>
                <a:cxn ang="f37">
                  <a:pos x="f51" y="f54"/>
                </a:cxn>
                <a:cxn ang="f37">
                  <a:pos x="f49" y="f54"/>
                </a:cxn>
                <a:cxn ang="f37">
                  <a:pos x="f55" y="f53"/>
                </a:cxn>
                <a:cxn ang="f37">
                  <a:pos x="f49" y="f50"/>
                </a:cxn>
              </a:cxnLst>
              <a:rect l="f45" t="f48" r="f46" b="f47"/>
              <a:pathLst>
                <a:path w="2198965" h="864000">
                  <a:moveTo>
                    <a:pt x="f5" y="f5"/>
                  </a:moveTo>
                  <a:lnTo>
                    <a:pt x="f8" y="f5"/>
                  </a:lnTo>
                  <a:lnTo>
                    <a:pt x="f6" y="f9"/>
                  </a:lnTo>
                  <a:lnTo>
                    <a:pt x="f8" y="f7"/>
                  </a:lnTo>
                  <a:lnTo>
                    <a:pt x="f5" y="f7"/>
                  </a:lnTo>
                  <a:lnTo>
                    <a:pt x="f9" y="f9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877E7E"/>
              </a:solidFill>
              <a:prstDash val="solid"/>
              <a:miter/>
            </a:ln>
          </p:spPr>
          <p:txBody>
            <a:bodyPr vert="horz" wrap="square" lIns="496007" tIns="21332" rIns="453332" bIns="21332" anchor="ctr" anchorCtr="1" compatLnSpc="1">
              <a:noAutofit/>
            </a:bodyPr>
            <a:lstStyle/>
            <a:p>
              <a:pPr marL="0" marR="0" lvl="0" indent="0" algn="ctr" defTabSz="71120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600" b="0" i="0" u="none" strike="noStrike" kern="1200" cap="none" spc="0" baseline="0">
                  <a:solidFill>
                    <a:srgbClr val="000000"/>
                  </a:solidFill>
                  <a:uFillTx/>
                  <a:latin typeface="Sagona Book"/>
                </a:rPr>
                <a:t>Searching</a:t>
              </a:r>
            </a:p>
          </p:txBody>
        </p:sp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4826AA09-7D87-E3FC-D2EA-1AADD736CEE3}"/>
                </a:ext>
              </a:extLst>
            </p:cNvPr>
            <p:cNvSpPr/>
            <p:nvPr/>
          </p:nvSpPr>
          <p:spPr>
            <a:xfrm>
              <a:off x="2240508" y="2648020"/>
              <a:ext cx="1759168" cy="4409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59172"/>
                <a:gd name="f7" fmla="val 441000"/>
                <a:gd name="f8" fmla="+- 0 0 -90"/>
                <a:gd name="f9" fmla="*/ f3 1 1759172"/>
                <a:gd name="f10" fmla="*/ f4 1 441000"/>
                <a:gd name="f11" fmla="+- f7 0 f5"/>
                <a:gd name="f12" fmla="+- f6 0 f5"/>
                <a:gd name="f13" fmla="*/ f8 f0 1"/>
                <a:gd name="f14" fmla="*/ f12 1 1759172"/>
                <a:gd name="f15" fmla="*/ f11 1 441000"/>
                <a:gd name="f16" fmla="*/ 0 f12 1"/>
                <a:gd name="f17" fmla="*/ 0 f11 1"/>
                <a:gd name="f18" fmla="*/ 1759172 f12 1"/>
                <a:gd name="f19" fmla="*/ 441000 f11 1"/>
                <a:gd name="f20" fmla="*/ f13 1 f2"/>
                <a:gd name="f21" fmla="*/ f16 1 1759172"/>
                <a:gd name="f22" fmla="*/ f17 1 441000"/>
                <a:gd name="f23" fmla="*/ f18 1 1759172"/>
                <a:gd name="f24" fmla="*/ f19 1 441000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759172" h="4410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171450" marR="0" lvl="1" indent="-171450" algn="l" defTabSz="71120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600" b="0" i="0" u="none" strike="noStrike" kern="1200" cap="none" spc="0" baseline="0">
                  <a:solidFill>
                    <a:srgbClr val="000000"/>
                  </a:solidFill>
                  <a:uFillTx/>
                  <a:latin typeface="Sagona Book"/>
                </a:rPr>
                <a:t>ACM, IEEE, MDPI, arXiv.</a:t>
              </a:r>
            </a:p>
          </p:txBody>
        </p:sp>
        <p:sp>
          <p:nvSpPr>
            <p:cNvPr id="6" name="Free-form: Shape 5">
              <a:extLst>
                <a:ext uri="{FF2B5EF4-FFF2-40B4-BE49-F238E27FC236}">
                  <a16:creationId xmlns:a16="http://schemas.microsoft.com/office/drawing/2014/main" id="{A587A63C-8DBC-424D-4390-0D5330FD3D70}"/>
                </a:ext>
              </a:extLst>
            </p:cNvPr>
            <p:cNvSpPr/>
            <p:nvPr/>
          </p:nvSpPr>
          <p:spPr>
            <a:xfrm>
              <a:off x="4111718" y="1676022"/>
              <a:ext cx="2198967" cy="8639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198965"/>
                <a:gd name="f7" fmla="val 864000"/>
                <a:gd name="f8" fmla="val 1766965"/>
                <a:gd name="f9" fmla="val 432000"/>
                <a:gd name="f10" fmla="+- 0 0 -90"/>
                <a:gd name="f11" fmla="*/ f3 1 2198965"/>
                <a:gd name="f12" fmla="*/ f4 1 864000"/>
                <a:gd name="f13" fmla="+- f7 0 f5"/>
                <a:gd name="f14" fmla="+- f6 0 f5"/>
                <a:gd name="f15" fmla="*/ f10 f0 1"/>
                <a:gd name="f16" fmla="*/ f14 1 2198965"/>
                <a:gd name="f17" fmla="*/ f13 1 864000"/>
                <a:gd name="f18" fmla="*/ 0 f14 1"/>
                <a:gd name="f19" fmla="*/ 0 f13 1"/>
                <a:gd name="f20" fmla="*/ 1766965 f14 1"/>
                <a:gd name="f21" fmla="*/ 2198965 f14 1"/>
                <a:gd name="f22" fmla="*/ 432000 f13 1"/>
                <a:gd name="f23" fmla="*/ 864000 f13 1"/>
                <a:gd name="f24" fmla="*/ 432000 f14 1"/>
                <a:gd name="f25" fmla="*/ f15 1 f2"/>
                <a:gd name="f26" fmla="*/ f18 1 2198965"/>
                <a:gd name="f27" fmla="*/ f19 1 864000"/>
                <a:gd name="f28" fmla="*/ f20 1 2198965"/>
                <a:gd name="f29" fmla="*/ f21 1 2198965"/>
                <a:gd name="f30" fmla="*/ f22 1 864000"/>
                <a:gd name="f31" fmla="*/ f23 1 864000"/>
                <a:gd name="f32" fmla="*/ f24 1 2198965"/>
                <a:gd name="f33" fmla="*/ f5 1 f16"/>
                <a:gd name="f34" fmla="*/ f6 1 f16"/>
                <a:gd name="f35" fmla="*/ f5 1 f17"/>
                <a:gd name="f36" fmla="*/ f7 1 f17"/>
                <a:gd name="f37" fmla="+- f25 0 f1"/>
                <a:gd name="f38" fmla="*/ f26 1 f16"/>
                <a:gd name="f39" fmla="*/ f27 1 f17"/>
                <a:gd name="f40" fmla="*/ f28 1 f16"/>
                <a:gd name="f41" fmla="*/ f29 1 f16"/>
                <a:gd name="f42" fmla="*/ f30 1 f17"/>
                <a:gd name="f43" fmla="*/ f31 1 f17"/>
                <a:gd name="f44" fmla="*/ f32 1 f16"/>
                <a:gd name="f45" fmla="*/ f33 f11 1"/>
                <a:gd name="f46" fmla="*/ f34 f11 1"/>
                <a:gd name="f47" fmla="*/ f36 f12 1"/>
                <a:gd name="f48" fmla="*/ f35 f12 1"/>
                <a:gd name="f49" fmla="*/ f38 f11 1"/>
                <a:gd name="f50" fmla="*/ f39 f12 1"/>
                <a:gd name="f51" fmla="*/ f40 f11 1"/>
                <a:gd name="f52" fmla="*/ f41 f11 1"/>
                <a:gd name="f53" fmla="*/ f42 f12 1"/>
                <a:gd name="f54" fmla="*/ f43 f12 1"/>
                <a:gd name="f55" fmla="*/ f44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49" y="f50"/>
                </a:cxn>
                <a:cxn ang="f37">
                  <a:pos x="f51" y="f50"/>
                </a:cxn>
                <a:cxn ang="f37">
                  <a:pos x="f52" y="f53"/>
                </a:cxn>
                <a:cxn ang="f37">
                  <a:pos x="f51" y="f54"/>
                </a:cxn>
                <a:cxn ang="f37">
                  <a:pos x="f49" y="f54"/>
                </a:cxn>
                <a:cxn ang="f37">
                  <a:pos x="f55" y="f53"/>
                </a:cxn>
                <a:cxn ang="f37">
                  <a:pos x="f49" y="f50"/>
                </a:cxn>
              </a:cxnLst>
              <a:rect l="f45" t="f48" r="f46" b="f47"/>
              <a:pathLst>
                <a:path w="2198965" h="864000">
                  <a:moveTo>
                    <a:pt x="f5" y="f5"/>
                  </a:moveTo>
                  <a:lnTo>
                    <a:pt x="f8" y="f5"/>
                  </a:lnTo>
                  <a:lnTo>
                    <a:pt x="f6" y="f9"/>
                  </a:lnTo>
                  <a:lnTo>
                    <a:pt x="f8" y="f7"/>
                  </a:lnTo>
                  <a:lnTo>
                    <a:pt x="f5" y="f7"/>
                  </a:lnTo>
                  <a:lnTo>
                    <a:pt x="f9" y="f9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877E7E"/>
              </a:solidFill>
              <a:prstDash val="solid"/>
              <a:miter/>
            </a:ln>
          </p:spPr>
          <p:txBody>
            <a:bodyPr vert="horz" wrap="square" lIns="496007" tIns="21332" rIns="453332" bIns="21332" anchor="ctr" anchorCtr="1" compatLnSpc="1">
              <a:noAutofit/>
            </a:bodyPr>
            <a:lstStyle/>
            <a:p>
              <a:pPr marL="0" marR="0" lvl="0" indent="0" algn="ctr" defTabSz="71120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600" b="0" i="0" u="none" strike="noStrike" kern="1200" cap="none" spc="0" baseline="0">
                  <a:solidFill>
                    <a:srgbClr val="000000"/>
                  </a:solidFill>
                  <a:uFillTx/>
                  <a:latin typeface="Sagona Book"/>
                </a:rPr>
                <a:t>Inclusion or exclusion Criteria</a:t>
              </a:r>
            </a:p>
          </p:txBody>
        </p:sp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C2304E51-F689-2FEA-043B-4E7516C4829C}"/>
                </a:ext>
              </a:extLst>
            </p:cNvPr>
            <p:cNvSpPr/>
            <p:nvPr/>
          </p:nvSpPr>
          <p:spPr>
            <a:xfrm>
              <a:off x="4111718" y="2648020"/>
              <a:ext cx="1759168" cy="4409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59172"/>
                <a:gd name="f7" fmla="val 441000"/>
                <a:gd name="f8" fmla="+- 0 0 -90"/>
                <a:gd name="f9" fmla="*/ f3 1 1759172"/>
                <a:gd name="f10" fmla="*/ f4 1 441000"/>
                <a:gd name="f11" fmla="+- f7 0 f5"/>
                <a:gd name="f12" fmla="+- f6 0 f5"/>
                <a:gd name="f13" fmla="*/ f8 f0 1"/>
                <a:gd name="f14" fmla="*/ f12 1 1759172"/>
                <a:gd name="f15" fmla="*/ f11 1 441000"/>
                <a:gd name="f16" fmla="*/ 0 f12 1"/>
                <a:gd name="f17" fmla="*/ 0 f11 1"/>
                <a:gd name="f18" fmla="*/ 1759172 f12 1"/>
                <a:gd name="f19" fmla="*/ 441000 f11 1"/>
                <a:gd name="f20" fmla="*/ f13 1 f2"/>
                <a:gd name="f21" fmla="*/ f16 1 1759172"/>
                <a:gd name="f22" fmla="*/ f17 1 441000"/>
                <a:gd name="f23" fmla="*/ f18 1 1759172"/>
                <a:gd name="f24" fmla="*/ f19 1 441000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759172" h="4410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171450" marR="0" lvl="1" indent="-171450" algn="l" defTabSz="71120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600" b="0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0F6EB24B-8082-48A5-2D9E-E0194DE7BAD3}"/>
                </a:ext>
              </a:extLst>
            </p:cNvPr>
            <p:cNvSpPr/>
            <p:nvPr/>
          </p:nvSpPr>
          <p:spPr>
            <a:xfrm>
              <a:off x="6094677" y="1676022"/>
              <a:ext cx="2198967" cy="8639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198965"/>
                <a:gd name="f7" fmla="val 864000"/>
                <a:gd name="f8" fmla="val 1766965"/>
                <a:gd name="f9" fmla="val 432000"/>
                <a:gd name="f10" fmla="+- 0 0 -90"/>
                <a:gd name="f11" fmla="*/ f3 1 2198965"/>
                <a:gd name="f12" fmla="*/ f4 1 864000"/>
                <a:gd name="f13" fmla="+- f7 0 f5"/>
                <a:gd name="f14" fmla="+- f6 0 f5"/>
                <a:gd name="f15" fmla="*/ f10 f0 1"/>
                <a:gd name="f16" fmla="*/ f14 1 2198965"/>
                <a:gd name="f17" fmla="*/ f13 1 864000"/>
                <a:gd name="f18" fmla="*/ 0 f14 1"/>
                <a:gd name="f19" fmla="*/ 0 f13 1"/>
                <a:gd name="f20" fmla="*/ 1766965 f14 1"/>
                <a:gd name="f21" fmla="*/ 2198965 f14 1"/>
                <a:gd name="f22" fmla="*/ 432000 f13 1"/>
                <a:gd name="f23" fmla="*/ 864000 f13 1"/>
                <a:gd name="f24" fmla="*/ 432000 f14 1"/>
                <a:gd name="f25" fmla="*/ f15 1 f2"/>
                <a:gd name="f26" fmla="*/ f18 1 2198965"/>
                <a:gd name="f27" fmla="*/ f19 1 864000"/>
                <a:gd name="f28" fmla="*/ f20 1 2198965"/>
                <a:gd name="f29" fmla="*/ f21 1 2198965"/>
                <a:gd name="f30" fmla="*/ f22 1 864000"/>
                <a:gd name="f31" fmla="*/ f23 1 864000"/>
                <a:gd name="f32" fmla="*/ f24 1 2198965"/>
                <a:gd name="f33" fmla="*/ f5 1 f16"/>
                <a:gd name="f34" fmla="*/ f6 1 f16"/>
                <a:gd name="f35" fmla="*/ f5 1 f17"/>
                <a:gd name="f36" fmla="*/ f7 1 f17"/>
                <a:gd name="f37" fmla="+- f25 0 f1"/>
                <a:gd name="f38" fmla="*/ f26 1 f16"/>
                <a:gd name="f39" fmla="*/ f27 1 f17"/>
                <a:gd name="f40" fmla="*/ f28 1 f16"/>
                <a:gd name="f41" fmla="*/ f29 1 f16"/>
                <a:gd name="f42" fmla="*/ f30 1 f17"/>
                <a:gd name="f43" fmla="*/ f31 1 f17"/>
                <a:gd name="f44" fmla="*/ f32 1 f16"/>
                <a:gd name="f45" fmla="*/ f33 f11 1"/>
                <a:gd name="f46" fmla="*/ f34 f11 1"/>
                <a:gd name="f47" fmla="*/ f36 f12 1"/>
                <a:gd name="f48" fmla="*/ f35 f12 1"/>
                <a:gd name="f49" fmla="*/ f38 f11 1"/>
                <a:gd name="f50" fmla="*/ f39 f12 1"/>
                <a:gd name="f51" fmla="*/ f40 f11 1"/>
                <a:gd name="f52" fmla="*/ f41 f11 1"/>
                <a:gd name="f53" fmla="*/ f42 f12 1"/>
                <a:gd name="f54" fmla="*/ f43 f12 1"/>
                <a:gd name="f55" fmla="*/ f44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49" y="f50"/>
                </a:cxn>
                <a:cxn ang="f37">
                  <a:pos x="f51" y="f50"/>
                </a:cxn>
                <a:cxn ang="f37">
                  <a:pos x="f52" y="f53"/>
                </a:cxn>
                <a:cxn ang="f37">
                  <a:pos x="f51" y="f54"/>
                </a:cxn>
                <a:cxn ang="f37">
                  <a:pos x="f49" y="f54"/>
                </a:cxn>
                <a:cxn ang="f37">
                  <a:pos x="f55" y="f53"/>
                </a:cxn>
                <a:cxn ang="f37">
                  <a:pos x="f49" y="f50"/>
                </a:cxn>
              </a:cxnLst>
              <a:rect l="f45" t="f48" r="f46" b="f47"/>
              <a:pathLst>
                <a:path w="2198965" h="864000">
                  <a:moveTo>
                    <a:pt x="f5" y="f5"/>
                  </a:moveTo>
                  <a:lnTo>
                    <a:pt x="f8" y="f5"/>
                  </a:lnTo>
                  <a:lnTo>
                    <a:pt x="f6" y="f9"/>
                  </a:lnTo>
                  <a:lnTo>
                    <a:pt x="f8" y="f7"/>
                  </a:lnTo>
                  <a:lnTo>
                    <a:pt x="f5" y="f7"/>
                  </a:lnTo>
                  <a:lnTo>
                    <a:pt x="f9" y="f9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877E7E"/>
              </a:solidFill>
              <a:prstDash val="solid"/>
              <a:miter/>
            </a:ln>
          </p:spPr>
          <p:txBody>
            <a:bodyPr vert="horz" wrap="square" lIns="496007" tIns="21332" rIns="453332" bIns="21332" anchor="ctr" anchorCtr="1" compatLnSpc="1">
              <a:noAutofit/>
            </a:bodyPr>
            <a:lstStyle/>
            <a:p>
              <a:pPr marL="0" marR="0" lvl="0" indent="0" algn="ctr" defTabSz="71120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600" b="0" i="0" u="none" strike="noStrike" kern="1200" cap="none" spc="0" baseline="0">
                  <a:solidFill>
                    <a:srgbClr val="000000"/>
                  </a:solidFill>
                  <a:uFillTx/>
                  <a:latin typeface="Sagona Book"/>
                </a:rPr>
                <a:t>Thematic Coding</a:t>
              </a:r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FB18649F-6CEE-0064-B73C-F8B83918DB19}"/>
                </a:ext>
              </a:extLst>
            </p:cNvPr>
            <p:cNvSpPr/>
            <p:nvPr/>
          </p:nvSpPr>
          <p:spPr>
            <a:xfrm>
              <a:off x="6094677" y="2648020"/>
              <a:ext cx="1759168" cy="44099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759172"/>
                <a:gd name="f7" fmla="val 441000"/>
                <a:gd name="f8" fmla="+- 0 0 -90"/>
                <a:gd name="f9" fmla="*/ f3 1 1759172"/>
                <a:gd name="f10" fmla="*/ f4 1 441000"/>
                <a:gd name="f11" fmla="+- f7 0 f5"/>
                <a:gd name="f12" fmla="+- f6 0 f5"/>
                <a:gd name="f13" fmla="*/ f8 f0 1"/>
                <a:gd name="f14" fmla="*/ f12 1 1759172"/>
                <a:gd name="f15" fmla="*/ f11 1 441000"/>
                <a:gd name="f16" fmla="*/ 0 f12 1"/>
                <a:gd name="f17" fmla="*/ 0 f11 1"/>
                <a:gd name="f18" fmla="*/ 1759172 f12 1"/>
                <a:gd name="f19" fmla="*/ 441000 f11 1"/>
                <a:gd name="f20" fmla="*/ f13 1 f2"/>
                <a:gd name="f21" fmla="*/ f16 1 1759172"/>
                <a:gd name="f22" fmla="*/ f17 1 441000"/>
                <a:gd name="f23" fmla="*/ f18 1 1759172"/>
                <a:gd name="f24" fmla="*/ f19 1 441000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759172" h="441000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171450" marR="0" lvl="1" indent="-171450" algn="l" defTabSz="71120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600" b="0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endParaRPr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84D93E76-4EBF-BB1D-A654-9D82FF3C17B3}"/>
                </a:ext>
              </a:extLst>
            </p:cNvPr>
            <p:cNvSpPr/>
            <p:nvPr/>
          </p:nvSpPr>
          <p:spPr>
            <a:xfrm>
              <a:off x="8077645" y="1676022"/>
              <a:ext cx="2198967" cy="8639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198965"/>
                <a:gd name="f7" fmla="val 864000"/>
                <a:gd name="f8" fmla="val 1766965"/>
                <a:gd name="f9" fmla="val 432000"/>
                <a:gd name="f10" fmla="+- 0 0 -90"/>
                <a:gd name="f11" fmla="*/ f3 1 2198965"/>
                <a:gd name="f12" fmla="*/ f4 1 864000"/>
                <a:gd name="f13" fmla="+- f7 0 f5"/>
                <a:gd name="f14" fmla="+- f6 0 f5"/>
                <a:gd name="f15" fmla="*/ f10 f0 1"/>
                <a:gd name="f16" fmla="*/ f14 1 2198965"/>
                <a:gd name="f17" fmla="*/ f13 1 864000"/>
                <a:gd name="f18" fmla="*/ 0 f14 1"/>
                <a:gd name="f19" fmla="*/ 0 f13 1"/>
                <a:gd name="f20" fmla="*/ 1766965 f14 1"/>
                <a:gd name="f21" fmla="*/ 2198965 f14 1"/>
                <a:gd name="f22" fmla="*/ 432000 f13 1"/>
                <a:gd name="f23" fmla="*/ 864000 f13 1"/>
                <a:gd name="f24" fmla="*/ 432000 f14 1"/>
                <a:gd name="f25" fmla="*/ f15 1 f2"/>
                <a:gd name="f26" fmla="*/ f18 1 2198965"/>
                <a:gd name="f27" fmla="*/ f19 1 864000"/>
                <a:gd name="f28" fmla="*/ f20 1 2198965"/>
                <a:gd name="f29" fmla="*/ f21 1 2198965"/>
                <a:gd name="f30" fmla="*/ f22 1 864000"/>
                <a:gd name="f31" fmla="*/ f23 1 864000"/>
                <a:gd name="f32" fmla="*/ f24 1 2198965"/>
                <a:gd name="f33" fmla="*/ f5 1 f16"/>
                <a:gd name="f34" fmla="*/ f6 1 f16"/>
                <a:gd name="f35" fmla="*/ f5 1 f17"/>
                <a:gd name="f36" fmla="*/ f7 1 f17"/>
                <a:gd name="f37" fmla="+- f25 0 f1"/>
                <a:gd name="f38" fmla="*/ f26 1 f16"/>
                <a:gd name="f39" fmla="*/ f27 1 f17"/>
                <a:gd name="f40" fmla="*/ f28 1 f16"/>
                <a:gd name="f41" fmla="*/ f29 1 f16"/>
                <a:gd name="f42" fmla="*/ f30 1 f17"/>
                <a:gd name="f43" fmla="*/ f31 1 f17"/>
                <a:gd name="f44" fmla="*/ f32 1 f16"/>
                <a:gd name="f45" fmla="*/ f33 f11 1"/>
                <a:gd name="f46" fmla="*/ f34 f11 1"/>
                <a:gd name="f47" fmla="*/ f36 f12 1"/>
                <a:gd name="f48" fmla="*/ f35 f12 1"/>
                <a:gd name="f49" fmla="*/ f38 f11 1"/>
                <a:gd name="f50" fmla="*/ f39 f12 1"/>
                <a:gd name="f51" fmla="*/ f40 f11 1"/>
                <a:gd name="f52" fmla="*/ f41 f11 1"/>
                <a:gd name="f53" fmla="*/ f42 f12 1"/>
                <a:gd name="f54" fmla="*/ f43 f12 1"/>
                <a:gd name="f55" fmla="*/ f44 f1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49" y="f50"/>
                </a:cxn>
                <a:cxn ang="f37">
                  <a:pos x="f51" y="f50"/>
                </a:cxn>
                <a:cxn ang="f37">
                  <a:pos x="f52" y="f53"/>
                </a:cxn>
                <a:cxn ang="f37">
                  <a:pos x="f51" y="f54"/>
                </a:cxn>
                <a:cxn ang="f37">
                  <a:pos x="f49" y="f54"/>
                </a:cxn>
                <a:cxn ang="f37">
                  <a:pos x="f55" y="f53"/>
                </a:cxn>
                <a:cxn ang="f37">
                  <a:pos x="f49" y="f50"/>
                </a:cxn>
              </a:cxnLst>
              <a:rect l="f45" t="f48" r="f46" b="f47"/>
              <a:pathLst>
                <a:path w="2198965" h="864000">
                  <a:moveTo>
                    <a:pt x="f5" y="f5"/>
                  </a:moveTo>
                  <a:lnTo>
                    <a:pt x="f8" y="f5"/>
                  </a:lnTo>
                  <a:lnTo>
                    <a:pt x="f6" y="f9"/>
                  </a:lnTo>
                  <a:lnTo>
                    <a:pt x="f8" y="f7"/>
                  </a:lnTo>
                  <a:lnTo>
                    <a:pt x="f5" y="f7"/>
                  </a:lnTo>
                  <a:lnTo>
                    <a:pt x="f9" y="f9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877E7E"/>
              </a:solidFill>
              <a:prstDash val="solid"/>
              <a:miter/>
            </a:ln>
          </p:spPr>
          <p:txBody>
            <a:bodyPr vert="horz" wrap="square" lIns="496007" tIns="21332" rIns="453332" bIns="21332" anchor="ctr" anchorCtr="1" compatLnSpc="1">
              <a:noAutofit/>
            </a:bodyPr>
            <a:lstStyle/>
            <a:p>
              <a:pPr marL="0" marR="0" lvl="0" indent="0" algn="ctr" defTabSz="71120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7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600" b="0" i="0" u="none" strike="noStrike" kern="1200" cap="none" spc="0" baseline="0">
                  <a:solidFill>
                    <a:srgbClr val="000000"/>
                  </a:solidFill>
                  <a:uFillTx/>
                  <a:latin typeface="Sagona Book"/>
                </a:rPr>
                <a:t>Theme Generation</a:t>
              </a:r>
            </a:p>
          </p:txBody>
        </p:sp>
      </p:grpSp>
      <p:sp>
        <p:nvSpPr>
          <p:cNvPr id="11" name="TextBox 4">
            <a:extLst>
              <a:ext uri="{FF2B5EF4-FFF2-40B4-BE49-F238E27FC236}">
                <a16:creationId xmlns:a16="http://schemas.microsoft.com/office/drawing/2014/main" id="{5AF54679-FF4E-44DF-A866-528D019134B8}"/>
              </a:ext>
            </a:extLst>
          </p:cNvPr>
          <p:cNvSpPr txBox="1"/>
          <p:nvPr/>
        </p:nvSpPr>
        <p:spPr>
          <a:xfrm>
            <a:off x="914400" y="3779516"/>
            <a:ext cx="5445754" cy="206210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2000" b="1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Inclusion Criteria: 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Relevance to LLMs in programming education.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Focus on programming, feedback and adaptive learning.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Methodological soundness.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Sagona Book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2BE57F2E-09C4-430D-958B-29C0E0D76E9A}"/>
              </a:ext>
            </a:extLst>
          </p:cNvPr>
          <p:cNvSpPr txBox="1"/>
          <p:nvPr/>
        </p:nvSpPr>
        <p:spPr>
          <a:xfrm>
            <a:off x="5892795" y="3784948"/>
            <a:ext cx="6096003" cy="23390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2000" b="1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Exclusion Criteria: 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Absence of peer review or formal archive status, opinion pieces, and non-academic commentary.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A lack of direct relevance.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Insufficient methodological detail (e.g. anecdotal reports).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Sagona Book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Sagona Boo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33811-D55D-C069-83BC-C604185E8F8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en-IE"/>
              <a:t>Applications of LLMs</a:t>
            </a:r>
          </a:p>
        </p:txBody>
      </p:sp>
      <p:grpSp>
        <p:nvGrpSpPr>
          <p:cNvPr id="3" name="Content Placeholder 3">
            <a:extLst>
              <a:ext uri="{FF2B5EF4-FFF2-40B4-BE49-F238E27FC236}">
                <a16:creationId xmlns:a16="http://schemas.microsoft.com/office/drawing/2014/main" id="{B2F1618C-C8CE-70AC-12EF-C7B31042A4E2}"/>
              </a:ext>
            </a:extLst>
          </p:cNvPr>
          <p:cNvGrpSpPr/>
          <p:nvPr/>
        </p:nvGrpSpPr>
        <p:grpSpPr>
          <a:xfrm>
            <a:off x="1365409" y="2106475"/>
            <a:ext cx="9461177" cy="3843607"/>
            <a:chOff x="1365409" y="2106475"/>
            <a:chExt cx="9461177" cy="3843607"/>
          </a:xfrm>
        </p:grpSpPr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39D69F6D-B317-AD7F-74B6-3EC607B83E33}"/>
                </a:ext>
              </a:extLst>
            </p:cNvPr>
            <p:cNvSpPr/>
            <p:nvPr/>
          </p:nvSpPr>
          <p:spPr>
            <a:xfrm>
              <a:off x="1365409" y="2106475"/>
              <a:ext cx="2956620" cy="177397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956619"/>
                <a:gd name="f7" fmla="val 1773971"/>
                <a:gd name="f8" fmla="+- 0 0 -90"/>
                <a:gd name="f9" fmla="*/ f3 1 2956619"/>
                <a:gd name="f10" fmla="*/ f4 1 1773971"/>
                <a:gd name="f11" fmla="+- f7 0 f5"/>
                <a:gd name="f12" fmla="+- f6 0 f5"/>
                <a:gd name="f13" fmla="*/ f8 f0 1"/>
                <a:gd name="f14" fmla="*/ f12 1 2956619"/>
                <a:gd name="f15" fmla="*/ f11 1 1773971"/>
                <a:gd name="f16" fmla="*/ 0 f12 1"/>
                <a:gd name="f17" fmla="*/ 0 f11 1"/>
                <a:gd name="f18" fmla="*/ 2956619 f12 1"/>
                <a:gd name="f19" fmla="*/ 1773971 f11 1"/>
                <a:gd name="f20" fmla="*/ f13 1 f2"/>
                <a:gd name="f21" fmla="*/ f16 1 2956619"/>
                <a:gd name="f22" fmla="*/ f17 1 1773971"/>
                <a:gd name="f23" fmla="*/ f18 1 2956619"/>
                <a:gd name="f24" fmla="*/ f19 1 1773971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956619" h="1773971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877E7E"/>
              </a:solidFill>
              <a:prstDash val="solid"/>
              <a:miter/>
            </a:ln>
          </p:spPr>
          <p:txBody>
            <a:bodyPr vert="horz" wrap="square" lIns="133346" tIns="133346" rIns="133346" bIns="133346" anchor="ctr" anchorCtr="1" compatLnSpc="1">
              <a:noAutofit/>
            </a:bodyPr>
            <a:lstStyle/>
            <a:p>
              <a:pPr marL="0" marR="0" lvl="0" indent="0" algn="ctr" defTabSz="1555751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1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3500" b="0" i="0" u="none" strike="noStrike" kern="1200" cap="none" spc="0" baseline="0">
                  <a:solidFill>
                    <a:srgbClr val="000000"/>
                  </a:solidFill>
                  <a:uFillTx/>
                  <a:latin typeface="Sagona Book"/>
                </a:rPr>
                <a:t>Code Generation</a:t>
              </a:r>
            </a:p>
          </p:txBody>
        </p:sp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0E0173B1-794A-AA25-A3BD-5F1B6F2CE055}"/>
                </a:ext>
              </a:extLst>
            </p:cNvPr>
            <p:cNvSpPr/>
            <p:nvPr/>
          </p:nvSpPr>
          <p:spPr>
            <a:xfrm>
              <a:off x="4617692" y="2106475"/>
              <a:ext cx="2956620" cy="177397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956619"/>
                <a:gd name="f7" fmla="val 1773971"/>
                <a:gd name="f8" fmla="+- 0 0 -90"/>
                <a:gd name="f9" fmla="*/ f3 1 2956619"/>
                <a:gd name="f10" fmla="*/ f4 1 1773971"/>
                <a:gd name="f11" fmla="+- f7 0 f5"/>
                <a:gd name="f12" fmla="+- f6 0 f5"/>
                <a:gd name="f13" fmla="*/ f8 f0 1"/>
                <a:gd name="f14" fmla="*/ f12 1 2956619"/>
                <a:gd name="f15" fmla="*/ f11 1 1773971"/>
                <a:gd name="f16" fmla="*/ 0 f12 1"/>
                <a:gd name="f17" fmla="*/ 0 f11 1"/>
                <a:gd name="f18" fmla="*/ 2956619 f12 1"/>
                <a:gd name="f19" fmla="*/ 1773971 f11 1"/>
                <a:gd name="f20" fmla="*/ f13 1 f2"/>
                <a:gd name="f21" fmla="*/ f16 1 2956619"/>
                <a:gd name="f22" fmla="*/ f17 1 1773971"/>
                <a:gd name="f23" fmla="*/ f18 1 2956619"/>
                <a:gd name="f24" fmla="*/ f19 1 1773971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956619" h="1773971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877E7E"/>
              </a:solidFill>
              <a:prstDash val="solid"/>
              <a:miter/>
            </a:ln>
          </p:spPr>
          <p:txBody>
            <a:bodyPr vert="horz" wrap="square" lIns="133346" tIns="133346" rIns="133346" bIns="133346" anchor="ctr" anchorCtr="1" compatLnSpc="1">
              <a:noAutofit/>
            </a:bodyPr>
            <a:lstStyle/>
            <a:p>
              <a:pPr marL="0" marR="0" lvl="0" indent="0" algn="ctr" defTabSz="1555751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1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3500" b="0" i="0" u="none" strike="noStrike" kern="1200" cap="none" spc="0" baseline="0">
                  <a:solidFill>
                    <a:srgbClr val="000000"/>
                  </a:solidFill>
                  <a:uFillTx/>
                  <a:latin typeface="Sagona Book"/>
                </a:rPr>
                <a:t>Code Explanation</a:t>
              </a:r>
            </a:p>
          </p:txBody>
        </p:sp>
        <p:sp>
          <p:nvSpPr>
            <p:cNvPr id="6" name="Free-form: Shape 5">
              <a:extLst>
                <a:ext uri="{FF2B5EF4-FFF2-40B4-BE49-F238E27FC236}">
                  <a16:creationId xmlns:a16="http://schemas.microsoft.com/office/drawing/2014/main" id="{8D2F8560-1614-C3D8-BF00-309463CD3AE0}"/>
                </a:ext>
              </a:extLst>
            </p:cNvPr>
            <p:cNvSpPr/>
            <p:nvPr/>
          </p:nvSpPr>
          <p:spPr>
            <a:xfrm>
              <a:off x="7869966" y="2106475"/>
              <a:ext cx="2956620" cy="177397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956619"/>
                <a:gd name="f7" fmla="val 1773971"/>
                <a:gd name="f8" fmla="+- 0 0 -90"/>
                <a:gd name="f9" fmla="*/ f3 1 2956619"/>
                <a:gd name="f10" fmla="*/ f4 1 1773971"/>
                <a:gd name="f11" fmla="+- f7 0 f5"/>
                <a:gd name="f12" fmla="+- f6 0 f5"/>
                <a:gd name="f13" fmla="*/ f8 f0 1"/>
                <a:gd name="f14" fmla="*/ f12 1 2956619"/>
                <a:gd name="f15" fmla="*/ f11 1 1773971"/>
                <a:gd name="f16" fmla="*/ 0 f12 1"/>
                <a:gd name="f17" fmla="*/ 0 f11 1"/>
                <a:gd name="f18" fmla="*/ 2956619 f12 1"/>
                <a:gd name="f19" fmla="*/ 1773971 f11 1"/>
                <a:gd name="f20" fmla="*/ f13 1 f2"/>
                <a:gd name="f21" fmla="*/ f16 1 2956619"/>
                <a:gd name="f22" fmla="*/ f17 1 1773971"/>
                <a:gd name="f23" fmla="*/ f18 1 2956619"/>
                <a:gd name="f24" fmla="*/ f19 1 1773971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956619" h="1773971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877E7E"/>
              </a:solidFill>
              <a:prstDash val="solid"/>
              <a:miter/>
            </a:ln>
          </p:spPr>
          <p:txBody>
            <a:bodyPr vert="horz" wrap="square" lIns="133346" tIns="133346" rIns="133346" bIns="133346" anchor="ctr" anchorCtr="1" compatLnSpc="1">
              <a:noAutofit/>
            </a:bodyPr>
            <a:lstStyle/>
            <a:p>
              <a:pPr marL="0" marR="0" lvl="0" indent="0" algn="ctr" defTabSz="1555751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1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3500" b="0" i="0" u="none" strike="noStrike" kern="1200" cap="none" spc="0" baseline="0">
                  <a:solidFill>
                    <a:srgbClr val="000000"/>
                  </a:solidFill>
                  <a:uFillTx/>
                  <a:latin typeface="Sagona Book"/>
                </a:rPr>
                <a:t>Debugging Support</a:t>
              </a:r>
            </a:p>
          </p:txBody>
        </p:sp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D336C601-9144-098F-C7DA-E8B6AFFE04FC}"/>
                </a:ext>
              </a:extLst>
            </p:cNvPr>
            <p:cNvSpPr/>
            <p:nvPr/>
          </p:nvSpPr>
          <p:spPr>
            <a:xfrm>
              <a:off x="4617692" y="4176110"/>
              <a:ext cx="2956620" cy="177397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956619"/>
                <a:gd name="f7" fmla="val 1773971"/>
                <a:gd name="f8" fmla="+- 0 0 -90"/>
                <a:gd name="f9" fmla="*/ f3 1 2956619"/>
                <a:gd name="f10" fmla="*/ f4 1 1773971"/>
                <a:gd name="f11" fmla="+- f7 0 f5"/>
                <a:gd name="f12" fmla="+- f6 0 f5"/>
                <a:gd name="f13" fmla="*/ f8 f0 1"/>
                <a:gd name="f14" fmla="*/ f12 1 2956619"/>
                <a:gd name="f15" fmla="*/ f11 1 1773971"/>
                <a:gd name="f16" fmla="*/ 0 f12 1"/>
                <a:gd name="f17" fmla="*/ 0 f11 1"/>
                <a:gd name="f18" fmla="*/ 2956619 f12 1"/>
                <a:gd name="f19" fmla="*/ 1773971 f11 1"/>
                <a:gd name="f20" fmla="*/ f13 1 f2"/>
                <a:gd name="f21" fmla="*/ f16 1 2956619"/>
                <a:gd name="f22" fmla="*/ f17 1 1773971"/>
                <a:gd name="f23" fmla="*/ f18 1 2956619"/>
                <a:gd name="f24" fmla="*/ f19 1 1773971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2956619" h="1773971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877E7E"/>
              </a:solidFill>
              <a:prstDash val="solid"/>
              <a:miter/>
            </a:ln>
          </p:spPr>
          <p:txBody>
            <a:bodyPr vert="horz" wrap="square" lIns="133346" tIns="133346" rIns="133346" bIns="133346" anchor="ctr" anchorCtr="1" compatLnSpc="1">
              <a:noAutofit/>
            </a:bodyPr>
            <a:lstStyle/>
            <a:p>
              <a:pPr marL="0" marR="0" lvl="0" indent="0" algn="ctr" defTabSz="1555751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1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3500" b="0" i="0" u="none" strike="noStrike" kern="1200" cap="none" spc="0" baseline="0">
                  <a:solidFill>
                    <a:srgbClr val="000000"/>
                  </a:solidFill>
                  <a:uFillTx/>
                  <a:latin typeface="Sagona Book"/>
                </a:rPr>
                <a:t>Automated Feedback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9FC2F-E007-DB95-170F-BB3127ADED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5855" y="499811"/>
            <a:ext cx="10058400" cy="1371600"/>
          </a:xfrm>
        </p:spPr>
        <p:txBody>
          <a:bodyPr/>
          <a:lstStyle/>
          <a:p>
            <a:pPr lvl="0"/>
            <a:r>
              <a:rPr lang="en-IE"/>
              <a:t>Code Generation</a:t>
            </a:r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DE112005-18B4-163A-18B4-29F7D8AA5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6303" y="1957254"/>
            <a:ext cx="11014533" cy="2395792"/>
          </a:xfrm>
        </p:spPr>
      </p:pic>
      <p:sp>
        <p:nvSpPr>
          <p:cNvPr id="4" name="AutoShape 2" descr="Figure 1">
            <a:extLst>
              <a:ext uri="{FF2B5EF4-FFF2-40B4-BE49-F238E27FC236}">
                <a16:creationId xmlns:a16="http://schemas.microsoft.com/office/drawing/2014/main" id="{19F7D508-7575-654C-E950-54B7659551B4}"/>
              </a:ext>
            </a:extLst>
          </p:cNvPr>
          <p:cNvSpPr/>
          <p:nvPr/>
        </p:nvSpPr>
        <p:spPr>
          <a:xfrm>
            <a:off x="5943600" y="3276596"/>
            <a:ext cx="304796" cy="304796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Sagona Book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C2A47F33-8489-5CED-5414-2E6041F47238}"/>
              </a:ext>
            </a:extLst>
          </p:cNvPr>
          <p:cNvSpPr txBox="1"/>
          <p:nvPr/>
        </p:nvSpPr>
        <p:spPr>
          <a:xfrm>
            <a:off x="7744702" y="4358121"/>
            <a:ext cx="3776133" cy="769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b="0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Finnie-Ansley, J., Denny, P., Becker, B. A., Luxton-Reilly, A. &amp; Prather, J. (2022). </a:t>
            </a:r>
            <a:r>
              <a:rPr lang="en-GB" sz="1100" b="0" i="1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The </a:t>
            </a:r>
            <a:r>
              <a:rPr lang="en-GB" sz="1100" b="0" i="1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Robots Are Coming: Exploring the Implications of OpenAI Codex on Introductory Programming.</a:t>
            </a:r>
            <a:endParaRPr lang="en-IE" sz="1100" b="0" i="1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830FFE44-2A2E-75CD-5703-AED2BA296621}"/>
              </a:ext>
            </a:extLst>
          </p:cNvPr>
          <p:cNvSpPr txBox="1"/>
          <p:nvPr/>
        </p:nvSpPr>
        <p:spPr>
          <a:xfrm>
            <a:off x="587026" y="4900735"/>
            <a:ext cx="7388571" cy="13234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2000" b="0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LLMs can turn natural language prompts into working code.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2000" b="0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Most effective when students analyse, not copy, generated solutions.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15CE9-18A9-158B-7713-D51A004CEFE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E"/>
              <a:t>Debugging, Explanation, and Feedback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FEBBB0A7-98DB-CD23-C056-87D095E1D1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3" y="2103440"/>
          <a:ext cx="10058400" cy="3399547"/>
        </p:xfrm>
        <a:graphic>
          <a:graphicData uri="http://schemas.openxmlformats.org/drawingml/2006/table">
            <a:tbl>
              <a:tblPr firstRow="1" bandRow="1">
                <a:effectLst/>
                <a:tableStyleId>{D7AC3CCA-C797-4891-BE02-D94E43425B78}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413789332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85094975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419268765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1898551377"/>
                    </a:ext>
                  </a:extLst>
                </a:gridCol>
              </a:tblGrid>
              <a:tr h="828382">
                <a:tc>
                  <a:txBody>
                    <a:bodyPr/>
                    <a:lstStyle/>
                    <a:p>
                      <a:pPr lvl="0" algn="ctr"/>
                      <a:r>
                        <a:rPr lang="en-IE"/>
                        <a:t>LLM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/>
                        <a:t>What it Provides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/>
                        <a:t>Educational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623608"/>
                  </a:ext>
                </a:extLst>
              </a:tr>
              <a:tr h="828382">
                <a:tc>
                  <a:txBody>
                    <a:bodyPr/>
                    <a:lstStyle/>
                    <a:p>
                      <a:pPr lvl="0" algn="ctr"/>
                      <a:r>
                        <a:rPr lang="en-IE"/>
                        <a:t>Debugging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/>
                        <a:t>Error identification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/>
                        <a:t>Fixing errors faster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/>
                        <a:t>May hide reasoning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187992"/>
                  </a:ext>
                </a:extLst>
              </a:tr>
              <a:tr h="828382">
                <a:tc>
                  <a:txBody>
                    <a:bodyPr/>
                    <a:lstStyle/>
                    <a:p>
                      <a:pPr lvl="0" algn="ctr"/>
                      <a:r>
                        <a:rPr lang="en-IE"/>
                        <a:t>Explanation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/>
                        <a:t>Concept breakdown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/>
                        <a:t>Helps novices understand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/>
                        <a:t>Risk of inaccuracies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73816"/>
                  </a:ext>
                </a:extLst>
              </a:tr>
              <a:tr h="828382">
                <a:tc>
                  <a:txBody>
                    <a:bodyPr/>
                    <a:lstStyle/>
                    <a:p>
                      <a:pPr lvl="0" algn="ctr"/>
                      <a:r>
                        <a:rPr lang="en-IE"/>
                        <a:t>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/>
                        <a:t>Personalised 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/>
                        <a:t>Enables personalised feedback to be delivered at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en-IE"/>
                        <a:t>Over-reliance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5504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7C11E-7E76-C764-6CC8-A08B0F0676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63362" y="540821"/>
            <a:ext cx="5130798" cy="1371600"/>
          </a:xfrm>
        </p:spPr>
        <p:txBody>
          <a:bodyPr anchorCtr="1"/>
          <a:lstStyle/>
          <a:p>
            <a:pPr lvl="0" algn="ctr"/>
            <a:r>
              <a:rPr lang="en-IE"/>
              <a:t>Benefits &amp; Opportunities</a:t>
            </a:r>
          </a:p>
        </p:txBody>
      </p:sp>
      <p:pic>
        <p:nvPicPr>
          <p:cNvPr id="3" name="Picture 19">
            <a:extLst>
              <a:ext uri="{FF2B5EF4-FFF2-40B4-BE49-F238E27FC236}">
                <a16:creationId xmlns:a16="http://schemas.microsoft.com/office/drawing/2014/main" id="{9B57A7C9-FE00-8308-E299-9F54B54A8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35" y="540821"/>
            <a:ext cx="5907773" cy="4485900"/>
          </a:xfrm>
          <a:prstGeom prst="rect">
            <a:avLst/>
          </a:prstGeom>
          <a:noFill/>
          <a:ln cap="flat">
            <a:noFill/>
          </a:ln>
          <a:effectLst>
            <a:outerShdw dir="16200000" algn="tl">
              <a:srgbClr val="000000">
                <a:alpha val="70000"/>
              </a:srgbClr>
            </a:outerShdw>
          </a:effectLst>
        </p:spPr>
      </p:pic>
      <p:sp>
        <p:nvSpPr>
          <p:cNvPr id="4" name="TextBox 24">
            <a:extLst>
              <a:ext uri="{FF2B5EF4-FFF2-40B4-BE49-F238E27FC236}">
                <a16:creationId xmlns:a16="http://schemas.microsoft.com/office/drawing/2014/main" id="{3B74103E-29C2-C98F-7E8F-AA6880C3E619}"/>
              </a:ext>
            </a:extLst>
          </p:cNvPr>
          <p:cNvSpPr txBox="1"/>
          <p:nvPr/>
        </p:nvSpPr>
        <p:spPr>
          <a:xfrm>
            <a:off x="497835" y="5158212"/>
            <a:ext cx="3866275" cy="60016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b="0" i="0" u="none" strike="noStrike" kern="0" cap="none" spc="0" baseline="0">
                <a:solidFill>
                  <a:srgbClr val="000000"/>
                </a:solidFill>
                <a:uFillTx/>
                <a:latin typeface="Sagona Book" pitchFamily="18"/>
              </a:rPr>
              <a:t>Gyonyoru, I. K. K. (2024). </a:t>
            </a:r>
            <a:r>
              <a:rPr lang="en-GB" sz="1100" b="0" i="1" u="none" strike="noStrike" kern="0" cap="none" spc="0" baseline="0">
                <a:solidFill>
                  <a:srgbClr val="000000"/>
                </a:solidFill>
                <a:uFillTx/>
                <a:latin typeface="Sagona Book" pitchFamily="18"/>
              </a:rPr>
              <a:t>The Role of AI-based Adaptive Learning Systems in Digital Education</a:t>
            </a:r>
            <a:r>
              <a:rPr lang="en-GB" sz="1100" b="0" i="0" u="none" strike="noStrike" kern="0" cap="none" spc="0" baseline="0">
                <a:solidFill>
                  <a:srgbClr val="000000"/>
                </a:solidFill>
                <a:uFillTx/>
                <a:latin typeface="Sagona Book" pitchFamily="18"/>
              </a:rPr>
              <a:t>. Journal of Applied Technical and Educational Sciences</a:t>
            </a:r>
            <a:endParaRPr lang="en-IE" sz="800" b="0" i="1" u="none" strike="noStrike" kern="1200" cap="none" spc="0" baseline="0">
              <a:solidFill>
                <a:srgbClr val="000000"/>
              </a:solidFill>
              <a:uFillTx/>
              <a:latin typeface="Sagona Book" pitchFamily="18"/>
              <a:cs typeface="Times New Roman" pitchFamily="18"/>
            </a:endParaRPr>
          </a:p>
        </p:txBody>
      </p:sp>
      <p:grpSp>
        <p:nvGrpSpPr>
          <p:cNvPr id="5" name="Diagram 25">
            <a:extLst>
              <a:ext uri="{FF2B5EF4-FFF2-40B4-BE49-F238E27FC236}">
                <a16:creationId xmlns:a16="http://schemas.microsoft.com/office/drawing/2014/main" id="{9406FE0A-028B-4AA0-7083-E8B1180F6207}"/>
              </a:ext>
            </a:extLst>
          </p:cNvPr>
          <p:cNvGrpSpPr/>
          <p:nvPr/>
        </p:nvGrpSpPr>
        <p:grpSpPr>
          <a:xfrm>
            <a:off x="6882899" y="1912549"/>
            <a:ext cx="4485653" cy="4485653"/>
            <a:chOff x="6882899" y="1912549"/>
            <a:chExt cx="4485653" cy="4485653"/>
          </a:xfrm>
        </p:grpSpPr>
        <p:sp>
          <p:nvSpPr>
            <p:cNvPr id="6" name="Free-form: Shape 5">
              <a:extLst>
                <a:ext uri="{FF2B5EF4-FFF2-40B4-BE49-F238E27FC236}">
                  <a16:creationId xmlns:a16="http://schemas.microsoft.com/office/drawing/2014/main" id="{FA13AA1A-333C-24D6-3265-70EBE31653AA}"/>
                </a:ext>
              </a:extLst>
            </p:cNvPr>
            <p:cNvSpPr/>
            <p:nvPr/>
          </p:nvSpPr>
          <p:spPr>
            <a:xfrm>
              <a:off x="7399471" y="2429121"/>
              <a:ext cx="3452509" cy="3452509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1"/>
                <a:gd name="f10" fmla="val 90"/>
                <a:gd name="f11" fmla="val 4643"/>
                <a:gd name="f12" fmla="+- 0 0 -180"/>
                <a:gd name="f13" fmla="+- 0 0 -450"/>
                <a:gd name="f14" fmla="+- 0 0 -315"/>
                <a:gd name="f15" fmla="abs f4"/>
                <a:gd name="f16" fmla="abs f5"/>
                <a:gd name="f17" fmla="abs f6"/>
                <a:gd name="f18" fmla="+- 0 0 f10"/>
                <a:gd name="f19" fmla="+- 0 0 f3"/>
                <a:gd name="f20" fmla="*/ f12 f0 1"/>
                <a:gd name="f21" fmla="*/ f13 f0 1"/>
                <a:gd name="f22" fmla="*/ f14 f0 1"/>
                <a:gd name="f23" fmla="?: f15 f4 1"/>
                <a:gd name="f24" fmla="?: f16 f5 1"/>
                <a:gd name="f25" fmla="?: f17 f6 1"/>
                <a:gd name="f26" fmla="*/ f18 f0 1"/>
                <a:gd name="f27" fmla="*/ f19 f0 1"/>
                <a:gd name="f28" fmla="*/ f20 1 f3"/>
                <a:gd name="f29" fmla="*/ f21 1 f3"/>
                <a:gd name="f30" fmla="*/ f22 1 f3"/>
                <a:gd name="f31" fmla="*/ f23 1 21600"/>
                <a:gd name="f32" fmla="*/ f24 1 21600"/>
                <a:gd name="f33" fmla="*/ 21600 f23 1"/>
                <a:gd name="f34" fmla="*/ 21600 f24 1"/>
                <a:gd name="f35" fmla="*/ f26 1 f3"/>
                <a:gd name="f36" fmla="*/ f27 1 f3"/>
                <a:gd name="f37" fmla="+- f28 0 f1"/>
                <a:gd name="f38" fmla="+- f29 0 f1"/>
                <a:gd name="f39" fmla="+- f30 0 f1"/>
                <a:gd name="f40" fmla="min f32 f31"/>
                <a:gd name="f41" fmla="*/ f33 1 f25"/>
                <a:gd name="f42" fmla="*/ f34 1 f25"/>
                <a:gd name="f43" fmla="+- f35 0 f1"/>
                <a:gd name="f44" fmla="+- f36 0 f1"/>
                <a:gd name="f45" fmla="val f41"/>
                <a:gd name="f46" fmla="val f42"/>
                <a:gd name="f47" fmla="+- 0 0 f43"/>
                <a:gd name="f48" fmla="+- 0 0 f44"/>
                <a:gd name="f49" fmla="+- f46 0 f7"/>
                <a:gd name="f50" fmla="+- f45 0 f7"/>
                <a:gd name="f51" fmla="+- f48 0 f47"/>
                <a:gd name="f52" fmla="+- f47 f1 0"/>
                <a:gd name="f53" fmla="+- f48 f1 0"/>
                <a:gd name="f54" fmla="+- 21600000 0 f47"/>
                <a:gd name="f55" fmla="+- f1 0 f47"/>
                <a:gd name="f56" fmla="+- 27000000 0 f47"/>
                <a:gd name="f57" fmla="+- f0 0 f47"/>
                <a:gd name="f58" fmla="+- 32400000 0 f47"/>
                <a:gd name="f59" fmla="+- f2 0 f47"/>
                <a:gd name="f60" fmla="+- 37800000 0 f47"/>
                <a:gd name="f61" fmla="*/ f49 1 2"/>
                <a:gd name="f62" fmla="*/ f50 1 2"/>
                <a:gd name="f63" fmla="min f50 f49"/>
                <a:gd name="f64" fmla="+- f51 21600000 0"/>
                <a:gd name="f65" fmla="?: f55 f55 f56"/>
                <a:gd name="f66" fmla="?: f57 f57 f58"/>
                <a:gd name="f67" fmla="?: f59 f59 f60"/>
                <a:gd name="f68" fmla="*/ f52 f8 1"/>
                <a:gd name="f69" fmla="*/ f53 f8 1"/>
                <a:gd name="f70" fmla="+- f7 f61 0"/>
                <a:gd name="f71" fmla="+- f7 f62 0"/>
                <a:gd name="f72" fmla="*/ f63 f11 1"/>
                <a:gd name="f73" fmla="?: f51 f51 f64"/>
                <a:gd name="f74" fmla="*/ f68 1 f0"/>
                <a:gd name="f75" fmla="*/ f69 1 f0"/>
                <a:gd name="f76" fmla="*/ f62 f40 1"/>
                <a:gd name="f77" fmla="*/ f61 f40 1"/>
                <a:gd name="f78" fmla="*/ f72 1 100000"/>
                <a:gd name="f79" fmla="+- 0 0 f73"/>
                <a:gd name="f80" fmla="+- f73 0 f54"/>
                <a:gd name="f81" fmla="+- f73 0 f65"/>
                <a:gd name="f82" fmla="+- f73 0 f66"/>
                <a:gd name="f83" fmla="+- f73 0 f67"/>
                <a:gd name="f84" fmla="+- 0 0 f74"/>
                <a:gd name="f85" fmla="+- 0 0 f75"/>
                <a:gd name="f86" fmla="*/ f71 f40 1"/>
                <a:gd name="f87" fmla="*/ f70 f40 1"/>
                <a:gd name="f88" fmla="+- f62 0 f78"/>
                <a:gd name="f89" fmla="+- f61 0 f78"/>
                <a:gd name="f90" fmla="+- 0 0 f84"/>
                <a:gd name="f91" fmla="+- 0 0 f85"/>
                <a:gd name="f92" fmla="*/ f90 f0 1"/>
                <a:gd name="f93" fmla="*/ f91 f0 1"/>
                <a:gd name="f94" fmla="*/ f88 f40 1"/>
                <a:gd name="f95" fmla="*/ f89 f40 1"/>
                <a:gd name="f96" fmla="*/ f92 1 f8"/>
                <a:gd name="f97" fmla="*/ f93 1 f8"/>
                <a:gd name="f98" fmla="+- f96 0 f1"/>
                <a:gd name="f99" fmla="+- f97 0 f1"/>
                <a:gd name="f100" fmla="sin 1 f98"/>
                <a:gd name="f101" fmla="cos 1 f98"/>
                <a:gd name="f102" fmla="sin 1 f99"/>
                <a:gd name="f103" fmla="cos 1 f99"/>
                <a:gd name="f104" fmla="+- 0 0 f100"/>
                <a:gd name="f105" fmla="+- 0 0 f101"/>
                <a:gd name="f106" fmla="+- 0 0 f102"/>
                <a:gd name="f107" fmla="+- 0 0 f103"/>
                <a:gd name="f108" fmla="+- 0 0 f104"/>
                <a:gd name="f109" fmla="+- 0 0 f105"/>
                <a:gd name="f110" fmla="+- 0 0 f106"/>
                <a:gd name="f111" fmla="+- 0 0 f107"/>
                <a:gd name="f112" fmla="val f108"/>
                <a:gd name="f113" fmla="val f109"/>
                <a:gd name="f114" fmla="val f110"/>
                <a:gd name="f115" fmla="val f111"/>
                <a:gd name="f116" fmla="*/ f112 f62 1"/>
                <a:gd name="f117" fmla="*/ f113 f61 1"/>
                <a:gd name="f118" fmla="*/ f114 f62 1"/>
                <a:gd name="f119" fmla="*/ f115 f61 1"/>
                <a:gd name="f120" fmla="*/ f114 f88 1"/>
                <a:gd name="f121" fmla="*/ f115 f89 1"/>
                <a:gd name="f122" fmla="*/ f112 f88 1"/>
                <a:gd name="f123" fmla="*/ f113 f89 1"/>
                <a:gd name="f124" fmla="+- 0 0 f117"/>
                <a:gd name="f125" fmla="+- 0 0 f116"/>
                <a:gd name="f126" fmla="+- 0 0 f119"/>
                <a:gd name="f127" fmla="+- 0 0 f118"/>
                <a:gd name="f128" fmla="+- 0 0 f121"/>
                <a:gd name="f129" fmla="+- 0 0 f120"/>
                <a:gd name="f130" fmla="+- 0 0 f123"/>
                <a:gd name="f131" fmla="+- 0 0 f122"/>
                <a:gd name="f132" fmla="+- 0 0 f124"/>
                <a:gd name="f133" fmla="+- 0 0 f125"/>
                <a:gd name="f134" fmla="+- 0 0 f126"/>
                <a:gd name="f135" fmla="+- 0 0 f127"/>
                <a:gd name="f136" fmla="+- 0 0 f128"/>
                <a:gd name="f137" fmla="+- 0 0 f129"/>
                <a:gd name="f138" fmla="+- 0 0 f130"/>
                <a:gd name="f139" fmla="+- 0 0 f131"/>
                <a:gd name="f140" fmla="at2 f132 f133"/>
                <a:gd name="f141" fmla="at2 f134 f135"/>
                <a:gd name="f142" fmla="at2 f136 f137"/>
                <a:gd name="f143" fmla="at2 f138 f139"/>
                <a:gd name="f144" fmla="+- f140 f1 0"/>
                <a:gd name="f145" fmla="+- f141 f1 0"/>
                <a:gd name="f146" fmla="+- f142 f1 0"/>
                <a:gd name="f147" fmla="+- f143 f1 0"/>
                <a:gd name="f148" fmla="*/ f144 f8 1"/>
                <a:gd name="f149" fmla="*/ f145 f8 1"/>
                <a:gd name="f150" fmla="*/ f146 f8 1"/>
                <a:gd name="f151" fmla="*/ f147 f8 1"/>
                <a:gd name="f152" fmla="*/ f148 1 f0"/>
                <a:gd name="f153" fmla="*/ f149 1 f0"/>
                <a:gd name="f154" fmla="*/ f150 1 f0"/>
                <a:gd name="f155" fmla="*/ f151 1 f0"/>
                <a:gd name="f156" fmla="+- 0 0 f152"/>
                <a:gd name="f157" fmla="+- 0 0 f153"/>
                <a:gd name="f158" fmla="+- 0 0 f154"/>
                <a:gd name="f159" fmla="+- 0 0 f155"/>
                <a:gd name="f160" fmla="val f156"/>
                <a:gd name="f161" fmla="val f157"/>
                <a:gd name="f162" fmla="val f158"/>
                <a:gd name="f163" fmla="val f159"/>
                <a:gd name="f164" fmla="+- 0 0 f160"/>
                <a:gd name="f165" fmla="+- 0 0 f161"/>
                <a:gd name="f166" fmla="+- 0 0 f162"/>
                <a:gd name="f167" fmla="+- 0 0 f163"/>
                <a:gd name="f168" fmla="*/ f164 f0 1"/>
                <a:gd name="f169" fmla="*/ f165 f0 1"/>
                <a:gd name="f170" fmla="*/ f166 f0 1"/>
                <a:gd name="f171" fmla="*/ f167 f0 1"/>
                <a:gd name="f172" fmla="*/ f168 1 f8"/>
                <a:gd name="f173" fmla="*/ f169 1 f8"/>
                <a:gd name="f174" fmla="*/ f170 1 f8"/>
                <a:gd name="f175" fmla="*/ f171 1 f8"/>
                <a:gd name="f176" fmla="+- f172 0 f1"/>
                <a:gd name="f177" fmla="+- f173 0 f1"/>
                <a:gd name="f178" fmla="+- f174 0 f1"/>
                <a:gd name="f179" fmla="+- f175 0 f1"/>
                <a:gd name="f180" fmla="+- f176 f1 0"/>
                <a:gd name="f181" fmla="+- f177 f1 0"/>
                <a:gd name="f182" fmla="+- f178 f1 0"/>
                <a:gd name="f183" fmla="+- f179 f1 0"/>
                <a:gd name="f184" fmla="*/ f180 f8 1"/>
                <a:gd name="f185" fmla="*/ f181 f8 1"/>
                <a:gd name="f186" fmla="*/ f182 f8 1"/>
                <a:gd name="f187" fmla="*/ f183 f8 1"/>
                <a:gd name="f188" fmla="*/ f184 1 f0"/>
                <a:gd name="f189" fmla="*/ f185 1 f0"/>
                <a:gd name="f190" fmla="*/ f186 1 f0"/>
                <a:gd name="f191" fmla="*/ f187 1 f0"/>
                <a:gd name="f192" fmla="+- 0 0 f188"/>
                <a:gd name="f193" fmla="+- 0 0 f189"/>
                <a:gd name="f194" fmla="+- 0 0 f190"/>
                <a:gd name="f195" fmla="+- 0 0 f191"/>
                <a:gd name="f196" fmla="+- 0 0 f192"/>
                <a:gd name="f197" fmla="+- 0 0 f193"/>
                <a:gd name="f198" fmla="+- 0 0 f194"/>
                <a:gd name="f199" fmla="+- 0 0 f195"/>
                <a:gd name="f200" fmla="*/ f196 f0 1"/>
                <a:gd name="f201" fmla="*/ f197 f0 1"/>
                <a:gd name="f202" fmla="*/ f198 f0 1"/>
                <a:gd name="f203" fmla="*/ f199 f0 1"/>
                <a:gd name="f204" fmla="*/ f200 1 f8"/>
                <a:gd name="f205" fmla="*/ f201 1 f8"/>
                <a:gd name="f206" fmla="*/ f202 1 f8"/>
                <a:gd name="f207" fmla="*/ f203 1 f8"/>
                <a:gd name="f208" fmla="+- f204 0 f1"/>
                <a:gd name="f209" fmla="+- f205 0 f1"/>
                <a:gd name="f210" fmla="+- f206 0 f1"/>
                <a:gd name="f211" fmla="+- f207 0 f1"/>
                <a:gd name="f212" fmla="cos 1 f208"/>
                <a:gd name="f213" fmla="sin 1 f208"/>
                <a:gd name="f214" fmla="cos 1 f209"/>
                <a:gd name="f215" fmla="sin 1 f209"/>
                <a:gd name="f216" fmla="cos 1 f210"/>
                <a:gd name="f217" fmla="sin 1 f210"/>
                <a:gd name="f218" fmla="cos 1 f211"/>
                <a:gd name="f219" fmla="sin 1 f211"/>
                <a:gd name="f220" fmla="+- 0 0 f212"/>
                <a:gd name="f221" fmla="+- 0 0 f213"/>
                <a:gd name="f222" fmla="+- 0 0 f214"/>
                <a:gd name="f223" fmla="+- 0 0 f215"/>
                <a:gd name="f224" fmla="+- 0 0 f216"/>
                <a:gd name="f225" fmla="+- 0 0 f217"/>
                <a:gd name="f226" fmla="+- 0 0 f218"/>
                <a:gd name="f227" fmla="+- 0 0 f219"/>
                <a:gd name="f228" fmla="+- 0 0 f220"/>
                <a:gd name="f229" fmla="+- 0 0 f221"/>
                <a:gd name="f230" fmla="+- 0 0 f222"/>
                <a:gd name="f231" fmla="+- 0 0 f223"/>
                <a:gd name="f232" fmla="+- 0 0 f224"/>
                <a:gd name="f233" fmla="+- 0 0 f225"/>
                <a:gd name="f234" fmla="+- 0 0 f226"/>
                <a:gd name="f235" fmla="+- 0 0 f227"/>
                <a:gd name="f236" fmla="val f228"/>
                <a:gd name="f237" fmla="val f229"/>
                <a:gd name="f238" fmla="val f230"/>
                <a:gd name="f239" fmla="val f231"/>
                <a:gd name="f240" fmla="val f232"/>
                <a:gd name="f241" fmla="val f233"/>
                <a:gd name="f242" fmla="val f234"/>
                <a:gd name="f243" fmla="val f235"/>
                <a:gd name="f244" fmla="+- 0 0 f236"/>
                <a:gd name="f245" fmla="+- 0 0 f237"/>
                <a:gd name="f246" fmla="+- 0 0 f238"/>
                <a:gd name="f247" fmla="+- 0 0 f239"/>
                <a:gd name="f248" fmla="+- 0 0 f240"/>
                <a:gd name="f249" fmla="+- 0 0 f241"/>
                <a:gd name="f250" fmla="+- 0 0 f242"/>
                <a:gd name="f251" fmla="+- 0 0 f243"/>
                <a:gd name="f252" fmla="*/ f9 f244 1"/>
                <a:gd name="f253" fmla="*/ f9 f245 1"/>
                <a:gd name="f254" fmla="*/ f9 f246 1"/>
                <a:gd name="f255" fmla="*/ f9 f247 1"/>
                <a:gd name="f256" fmla="*/ f9 f248 1"/>
                <a:gd name="f257" fmla="*/ f9 f249 1"/>
                <a:gd name="f258" fmla="*/ f9 f250 1"/>
                <a:gd name="f259" fmla="*/ f9 f251 1"/>
                <a:gd name="f260" fmla="*/ f252 f62 1"/>
                <a:gd name="f261" fmla="*/ f253 f61 1"/>
                <a:gd name="f262" fmla="*/ f254 f62 1"/>
                <a:gd name="f263" fmla="*/ f255 f61 1"/>
                <a:gd name="f264" fmla="*/ f256 f88 1"/>
                <a:gd name="f265" fmla="*/ f257 f89 1"/>
                <a:gd name="f266" fmla="*/ f258 f88 1"/>
                <a:gd name="f267" fmla="*/ f259 f89 1"/>
                <a:gd name="f268" fmla="+- f71 f260 0"/>
                <a:gd name="f269" fmla="+- f70 f261 0"/>
                <a:gd name="f270" fmla="+- f71 f262 0"/>
                <a:gd name="f271" fmla="+- f70 f263 0"/>
                <a:gd name="f272" fmla="+- f71 f264 0"/>
                <a:gd name="f273" fmla="+- f70 f265 0"/>
                <a:gd name="f274" fmla="+- f71 f266 0"/>
                <a:gd name="f275" fmla="+- f70 f267 0"/>
                <a:gd name="f276" fmla="max f268 f272"/>
                <a:gd name="f277" fmla="max f270 f274"/>
                <a:gd name="f278" fmla="max f269 f273"/>
                <a:gd name="f279" fmla="max f271 f275"/>
                <a:gd name="f280" fmla="min f268 f272"/>
                <a:gd name="f281" fmla="min f270 f274"/>
                <a:gd name="f282" fmla="min f269 f273"/>
                <a:gd name="f283" fmla="min f271 f275"/>
                <a:gd name="f284" fmla="+- f268 f274 0"/>
                <a:gd name="f285" fmla="+- f269 f275 0"/>
                <a:gd name="f286" fmla="+- f270 f272 0"/>
                <a:gd name="f287" fmla="+- f271 f273 0"/>
                <a:gd name="f288" fmla="*/ f268 f40 1"/>
                <a:gd name="f289" fmla="*/ f269 f40 1"/>
                <a:gd name="f290" fmla="*/ f272 f40 1"/>
                <a:gd name="f291" fmla="*/ f273 f40 1"/>
                <a:gd name="f292" fmla="max f276 f277"/>
                <a:gd name="f293" fmla="max f278 f279"/>
                <a:gd name="f294" fmla="min f280 f281"/>
                <a:gd name="f295" fmla="min f282 f283"/>
                <a:gd name="f296" fmla="*/ f284 1 2"/>
                <a:gd name="f297" fmla="*/ f285 1 2"/>
                <a:gd name="f298" fmla="*/ f286 1 2"/>
                <a:gd name="f299" fmla="*/ f287 1 2"/>
                <a:gd name="f300" fmla="?: f80 f45 f292"/>
                <a:gd name="f301" fmla="?: f81 f46 f293"/>
                <a:gd name="f302" fmla="?: f82 f7 f294"/>
                <a:gd name="f303" fmla="?: f83 f7 f295"/>
                <a:gd name="f304" fmla="*/ f296 f40 1"/>
                <a:gd name="f305" fmla="*/ f297 f40 1"/>
                <a:gd name="f306" fmla="*/ f298 f40 1"/>
                <a:gd name="f307" fmla="*/ f299 f40 1"/>
                <a:gd name="f308" fmla="*/ f302 f40 1"/>
                <a:gd name="f309" fmla="*/ f303 f40 1"/>
                <a:gd name="f310" fmla="*/ f300 f40 1"/>
                <a:gd name="f311" fmla="*/ f301 f4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304" y="f305"/>
                </a:cxn>
                <a:cxn ang="f38">
                  <a:pos x="f306" y="f307"/>
                </a:cxn>
                <a:cxn ang="f39">
                  <a:pos x="f86" y="f87"/>
                </a:cxn>
              </a:cxnLst>
              <a:rect l="f308" t="f309" r="f310" b="f311"/>
              <a:pathLst>
                <a:path>
                  <a:moveTo>
                    <a:pt x="f288" y="f289"/>
                  </a:moveTo>
                  <a:arcTo wR="f76" hR="f77" stAng="f47" swAng="f73"/>
                  <a:lnTo>
                    <a:pt x="f290" y="f291"/>
                  </a:lnTo>
                  <a:arcTo wR="f94" hR="f95" stAng="f48" swAng="f79"/>
                  <a:close/>
                </a:path>
              </a:pathLst>
            </a:custGeom>
            <a:solidFill>
              <a:srgbClr val="AAAAAA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13BA0B0F-4585-447A-3E14-5CF578F27FB2}"/>
                </a:ext>
              </a:extLst>
            </p:cNvPr>
            <p:cNvSpPr/>
            <p:nvPr/>
          </p:nvSpPr>
          <p:spPr>
            <a:xfrm>
              <a:off x="7399471" y="2429121"/>
              <a:ext cx="3452509" cy="3452509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1"/>
                <a:gd name="f10" fmla="val 90"/>
                <a:gd name="f11" fmla="val 4643"/>
                <a:gd name="f12" fmla="+- 0 0 -90"/>
                <a:gd name="f13" fmla="+- 0 0 -360"/>
                <a:gd name="f14" fmla="+- 0 0 -225"/>
                <a:gd name="f15" fmla="abs f4"/>
                <a:gd name="f16" fmla="abs f5"/>
                <a:gd name="f17" fmla="abs f6"/>
                <a:gd name="f18" fmla="+- 0 0 f7"/>
                <a:gd name="f19" fmla="+- 0 0 f10"/>
                <a:gd name="f20" fmla="*/ f12 f0 1"/>
                <a:gd name="f21" fmla="*/ f13 f0 1"/>
                <a:gd name="f22" fmla="*/ f14 f0 1"/>
                <a:gd name="f23" fmla="?: f15 f4 1"/>
                <a:gd name="f24" fmla="?: f16 f5 1"/>
                <a:gd name="f25" fmla="?: f17 f6 1"/>
                <a:gd name="f26" fmla="*/ f18 f0 1"/>
                <a:gd name="f27" fmla="*/ f19 f0 1"/>
                <a:gd name="f28" fmla="*/ f20 1 f3"/>
                <a:gd name="f29" fmla="*/ f21 1 f3"/>
                <a:gd name="f30" fmla="*/ f22 1 f3"/>
                <a:gd name="f31" fmla="*/ f23 1 21600"/>
                <a:gd name="f32" fmla="*/ f24 1 21600"/>
                <a:gd name="f33" fmla="*/ 21600 f23 1"/>
                <a:gd name="f34" fmla="*/ 21600 f24 1"/>
                <a:gd name="f35" fmla="*/ f26 1 f3"/>
                <a:gd name="f36" fmla="*/ f27 1 f3"/>
                <a:gd name="f37" fmla="+- f28 0 f1"/>
                <a:gd name="f38" fmla="+- f29 0 f1"/>
                <a:gd name="f39" fmla="+- f30 0 f1"/>
                <a:gd name="f40" fmla="min f32 f31"/>
                <a:gd name="f41" fmla="*/ f33 1 f25"/>
                <a:gd name="f42" fmla="*/ f34 1 f25"/>
                <a:gd name="f43" fmla="+- f35 0 f1"/>
                <a:gd name="f44" fmla="+- f36 0 f1"/>
                <a:gd name="f45" fmla="val f41"/>
                <a:gd name="f46" fmla="val f42"/>
                <a:gd name="f47" fmla="+- 0 0 f43"/>
                <a:gd name="f48" fmla="+- 0 0 f44"/>
                <a:gd name="f49" fmla="+- f46 0 f7"/>
                <a:gd name="f50" fmla="+- f45 0 f7"/>
                <a:gd name="f51" fmla="+- f48 0 f47"/>
                <a:gd name="f52" fmla="+- f47 f1 0"/>
                <a:gd name="f53" fmla="+- f48 f1 0"/>
                <a:gd name="f54" fmla="+- 21600000 0 f47"/>
                <a:gd name="f55" fmla="+- f1 0 f47"/>
                <a:gd name="f56" fmla="+- 27000000 0 f47"/>
                <a:gd name="f57" fmla="+- f0 0 f47"/>
                <a:gd name="f58" fmla="+- 32400000 0 f47"/>
                <a:gd name="f59" fmla="+- f2 0 f47"/>
                <a:gd name="f60" fmla="+- 37800000 0 f47"/>
                <a:gd name="f61" fmla="*/ f49 1 2"/>
                <a:gd name="f62" fmla="*/ f50 1 2"/>
                <a:gd name="f63" fmla="min f50 f49"/>
                <a:gd name="f64" fmla="+- f51 21600000 0"/>
                <a:gd name="f65" fmla="?: f55 f55 f56"/>
                <a:gd name="f66" fmla="?: f57 f57 f58"/>
                <a:gd name="f67" fmla="?: f59 f59 f60"/>
                <a:gd name="f68" fmla="*/ f52 f8 1"/>
                <a:gd name="f69" fmla="*/ f53 f8 1"/>
                <a:gd name="f70" fmla="+- f7 f61 0"/>
                <a:gd name="f71" fmla="+- f7 f62 0"/>
                <a:gd name="f72" fmla="*/ f63 f11 1"/>
                <a:gd name="f73" fmla="?: f51 f51 f64"/>
                <a:gd name="f74" fmla="*/ f68 1 f0"/>
                <a:gd name="f75" fmla="*/ f69 1 f0"/>
                <a:gd name="f76" fmla="*/ f62 f40 1"/>
                <a:gd name="f77" fmla="*/ f61 f40 1"/>
                <a:gd name="f78" fmla="*/ f72 1 100000"/>
                <a:gd name="f79" fmla="+- 0 0 f73"/>
                <a:gd name="f80" fmla="+- f73 0 f54"/>
                <a:gd name="f81" fmla="+- f73 0 f65"/>
                <a:gd name="f82" fmla="+- f73 0 f66"/>
                <a:gd name="f83" fmla="+- f73 0 f67"/>
                <a:gd name="f84" fmla="+- 0 0 f74"/>
                <a:gd name="f85" fmla="+- 0 0 f75"/>
                <a:gd name="f86" fmla="*/ f71 f40 1"/>
                <a:gd name="f87" fmla="*/ f70 f40 1"/>
                <a:gd name="f88" fmla="+- f62 0 f78"/>
                <a:gd name="f89" fmla="+- f61 0 f78"/>
                <a:gd name="f90" fmla="+- 0 0 f84"/>
                <a:gd name="f91" fmla="+- 0 0 f85"/>
                <a:gd name="f92" fmla="*/ f90 f0 1"/>
                <a:gd name="f93" fmla="*/ f91 f0 1"/>
                <a:gd name="f94" fmla="*/ f88 f40 1"/>
                <a:gd name="f95" fmla="*/ f89 f40 1"/>
                <a:gd name="f96" fmla="*/ f92 1 f8"/>
                <a:gd name="f97" fmla="*/ f93 1 f8"/>
                <a:gd name="f98" fmla="+- f96 0 f1"/>
                <a:gd name="f99" fmla="+- f97 0 f1"/>
                <a:gd name="f100" fmla="sin 1 f98"/>
                <a:gd name="f101" fmla="cos 1 f98"/>
                <a:gd name="f102" fmla="sin 1 f99"/>
                <a:gd name="f103" fmla="cos 1 f99"/>
                <a:gd name="f104" fmla="+- 0 0 f100"/>
                <a:gd name="f105" fmla="+- 0 0 f101"/>
                <a:gd name="f106" fmla="+- 0 0 f102"/>
                <a:gd name="f107" fmla="+- 0 0 f103"/>
                <a:gd name="f108" fmla="+- 0 0 f104"/>
                <a:gd name="f109" fmla="+- 0 0 f105"/>
                <a:gd name="f110" fmla="+- 0 0 f106"/>
                <a:gd name="f111" fmla="+- 0 0 f107"/>
                <a:gd name="f112" fmla="val f108"/>
                <a:gd name="f113" fmla="val f109"/>
                <a:gd name="f114" fmla="val f110"/>
                <a:gd name="f115" fmla="val f111"/>
                <a:gd name="f116" fmla="*/ f112 f62 1"/>
                <a:gd name="f117" fmla="*/ f113 f61 1"/>
                <a:gd name="f118" fmla="*/ f114 f62 1"/>
                <a:gd name="f119" fmla="*/ f115 f61 1"/>
                <a:gd name="f120" fmla="*/ f114 f88 1"/>
                <a:gd name="f121" fmla="*/ f115 f89 1"/>
                <a:gd name="f122" fmla="*/ f112 f88 1"/>
                <a:gd name="f123" fmla="*/ f113 f89 1"/>
                <a:gd name="f124" fmla="+- 0 0 f117"/>
                <a:gd name="f125" fmla="+- 0 0 f116"/>
                <a:gd name="f126" fmla="+- 0 0 f119"/>
                <a:gd name="f127" fmla="+- 0 0 f118"/>
                <a:gd name="f128" fmla="+- 0 0 f121"/>
                <a:gd name="f129" fmla="+- 0 0 f120"/>
                <a:gd name="f130" fmla="+- 0 0 f123"/>
                <a:gd name="f131" fmla="+- 0 0 f122"/>
                <a:gd name="f132" fmla="+- 0 0 f124"/>
                <a:gd name="f133" fmla="+- 0 0 f125"/>
                <a:gd name="f134" fmla="+- 0 0 f126"/>
                <a:gd name="f135" fmla="+- 0 0 f127"/>
                <a:gd name="f136" fmla="+- 0 0 f128"/>
                <a:gd name="f137" fmla="+- 0 0 f129"/>
                <a:gd name="f138" fmla="+- 0 0 f130"/>
                <a:gd name="f139" fmla="+- 0 0 f131"/>
                <a:gd name="f140" fmla="at2 f132 f133"/>
                <a:gd name="f141" fmla="at2 f134 f135"/>
                <a:gd name="f142" fmla="at2 f136 f137"/>
                <a:gd name="f143" fmla="at2 f138 f139"/>
                <a:gd name="f144" fmla="+- f140 f1 0"/>
                <a:gd name="f145" fmla="+- f141 f1 0"/>
                <a:gd name="f146" fmla="+- f142 f1 0"/>
                <a:gd name="f147" fmla="+- f143 f1 0"/>
                <a:gd name="f148" fmla="*/ f144 f8 1"/>
                <a:gd name="f149" fmla="*/ f145 f8 1"/>
                <a:gd name="f150" fmla="*/ f146 f8 1"/>
                <a:gd name="f151" fmla="*/ f147 f8 1"/>
                <a:gd name="f152" fmla="*/ f148 1 f0"/>
                <a:gd name="f153" fmla="*/ f149 1 f0"/>
                <a:gd name="f154" fmla="*/ f150 1 f0"/>
                <a:gd name="f155" fmla="*/ f151 1 f0"/>
                <a:gd name="f156" fmla="+- 0 0 f152"/>
                <a:gd name="f157" fmla="+- 0 0 f153"/>
                <a:gd name="f158" fmla="+- 0 0 f154"/>
                <a:gd name="f159" fmla="+- 0 0 f155"/>
                <a:gd name="f160" fmla="val f156"/>
                <a:gd name="f161" fmla="val f157"/>
                <a:gd name="f162" fmla="val f158"/>
                <a:gd name="f163" fmla="val f159"/>
                <a:gd name="f164" fmla="+- 0 0 f160"/>
                <a:gd name="f165" fmla="+- 0 0 f161"/>
                <a:gd name="f166" fmla="+- 0 0 f162"/>
                <a:gd name="f167" fmla="+- 0 0 f163"/>
                <a:gd name="f168" fmla="*/ f164 f0 1"/>
                <a:gd name="f169" fmla="*/ f165 f0 1"/>
                <a:gd name="f170" fmla="*/ f166 f0 1"/>
                <a:gd name="f171" fmla="*/ f167 f0 1"/>
                <a:gd name="f172" fmla="*/ f168 1 f8"/>
                <a:gd name="f173" fmla="*/ f169 1 f8"/>
                <a:gd name="f174" fmla="*/ f170 1 f8"/>
                <a:gd name="f175" fmla="*/ f171 1 f8"/>
                <a:gd name="f176" fmla="+- f172 0 f1"/>
                <a:gd name="f177" fmla="+- f173 0 f1"/>
                <a:gd name="f178" fmla="+- f174 0 f1"/>
                <a:gd name="f179" fmla="+- f175 0 f1"/>
                <a:gd name="f180" fmla="+- f176 f1 0"/>
                <a:gd name="f181" fmla="+- f177 f1 0"/>
                <a:gd name="f182" fmla="+- f178 f1 0"/>
                <a:gd name="f183" fmla="+- f179 f1 0"/>
                <a:gd name="f184" fmla="*/ f180 f8 1"/>
                <a:gd name="f185" fmla="*/ f181 f8 1"/>
                <a:gd name="f186" fmla="*/ f182 f8 1"/>
                <a:gd name="f187" fmla="*/ f183 f8 1"/>
                <a:gd name="f188" fmla="*/ f184 1 f0"/>
                <a:gd name="f189" fmla="*/ f185 1 f0"/>
                <a:gd name="f190" fmla="*/ f186 1 f0"/>
                <a:gd name="f191" fmla="*/ f187 1 f0"/>
                <a:gd name="f192" fmla="+- 0 0 f188"/>
                <a:gd name="f193" fmla="+- 0 0 f189"/>
                <a:gd name="f194" fmla="+- 0 0 f190"/>
                <a:gd name="f195" fmla="+- 0 0 f191"/>
                <a:gd name="f196" fmla="+- 0 0 f192"/>
                <a:gd name="f197" fmla="+- 0 0 f193"/>
                <a:gd name="f198" fmla="+- 0 0 f194"/>
                <a:gd name="f199" fmla="+- 0 0 f195"/>
                <a:gd name="f200" fmla="*/ f196 f0 1"/>
                <a:gd name="f201" fmla="*/ f197 f0 1"/>
                <a:gd name="f202" fmla="*/ f198 f0 1"/>
                <a:gd name="f203" fmla="*/ f199 f0 1"/>
                <a:gd name="f204" fmla="*/ f200 1 f8"/>
                <a:gd name="f205" fmla="*/ f201 1 f8"/>
                <a:gd name="f206" fmla="*/ f202 1 f8"/>
                <a:gd name="f207" fmla="*/ f203 1 f8"/>
                <a:gd name="f208" fmla="+- f204 0 f1"/>
                <a:gd name="f209" fmla="+- f205 0 f1"/>
                <a:gd name="f210" fmla="+- f206 0 f1"/>
                <a:gd name="f211" fmla="+- f207 0 f1"/>
                <a:gd name="f212" fmla="cos 1 f208"/>
                <a:gd name="f213" fmla="sin 1 f208"/>
                <a:gd name="f214" fmla="cos 1 f209"/>
                <a:gd name="f215" fmla="sin 1 f209"/>
                <a:gd name="f216" fmla="cos 1 f210"/>
                <a:gd name="f217" fmla="sin 1 f210"/>
                <a:gd name="f218" fmla="cos 1 f211"/>
                <a:gd name="f219" fmla="sin 1 f211"/>
                <a:gd name="f220" fmla="+- 0 0 f212"/>
                <a:gd name="f221" fmla="+- 0 0 f213"/>
                <a:gd name="f222" fmla="+- 0 0 f214"/>
                <a:gd name="f223" fmla="+- 0 0 f215"/>
                <a:gd name="f224" fmla="+- 0 0 f216"/>
                <a:gd name="f225" fmla="+- 0 0 f217"/>
                <a:gd name="f226" fmla="+- 0 0 f218"/>
                <a:gd name="f227" fmla="+- 0 0 f219"/>
                <a:gd name="f228" fmla="+- 0 0 f220"/>
                <a:gd name="f229" fmla="+- 0 0 f221"/>
                <a:gd name="f230" fmla="+- 0 0 f222"/>
                <a:gd name="f231" fmla="+- 0 0 f223"/>
                <a:gd name="f232" fmla="+- 0 0 f224"/>
                <a:gd name="f233" fmla="+- 0 0 f225"/>
                <a:gd name="f234" fmla="+- 0 0 f226"/>
                <a:gd name="f235" fmla="+- 0 0 f227"/>
                <a:gd name="f236" fmla="val f228"/>
                <a:gd name="f237" fmla="val f229"/>
                <a:gd name="f238" fmla="val f230"/>
                <a:gd name="f239" fmla="val f231"/>
                <a:gd name="f240" fmla="val f232"/>
                <a:gd name="f241" fmla="val f233"/>
                <a:gd name="f242" fmla="val f234"/>
                <a:gd name="f243" fmla="val f235"/>
                <a:gd name="f244" fmla="+- 0 0 f236"/>
                <a:gd name="f245" fmla="+- 0 0 f237"/>
                <a:gd name="f246" fmla="+- 0 0 f238"/>
                <a:gd name="f247" fmla="+- 0 0 f239"/>
                <a:gd name="f248" fmla="+- 0 0 f240"/>
                <a:gd name="f249" fmla="+- 0 0 f241"/>
                <a:gd name="f250" fmla="+- 0 0 f242"/>
                <a:gd name="f251" fmla="+- 0 0 f243"/>
                <a:gd name="f252" fmla="*/ f9 f244 1"/>
                <a:gd name="f253" fmla="*/ f9 f245 1"/>
                <a:gd name="f254" fmla="*/ f9 f246 1"/>
                <a:gd name="f255" fmla="*/ f9 f247 1"/>
                <a:gd name="f256" fmla="*/ f9 f248 1"/>
                <a:gd name="f257" fmla="*/ f9 f249 1"/>
                <a:gd name="f258" fmla="*/ f9 f250 1"/>
                <a:gd name="f259" fmla="*/ f9 f251 1"/>
                <a:gd name="f260" fmla="*/ f252 f62 1"/>
                <a:gd name="f261" fmla="*/ f253 f61 1"/>
                <a:gd name="f262" fmla="*/ f254 f62 1"/>
                <a:gd name="f263" fmla="*/ f255 f61 1"/>
                <a:gd name="f264" fmla="*/ f256 f88 1"/>
                <a:gd name="f265" fmla="*/ f257 f89 1"/>
                <a:gd name="f266" fmla="*/ f258 f88 1"/>
                <a:gd name="f267" fmla="*/ f259 f89 1"/>
                <a:gd name="f268" fmla="+- f71 f260 0"/>
                <a:gd name="f269" fmla="+- f70 f261 0"/>
                <a:gd name="f270" fmla="+- f71 f262 0"/>
                <a:gd name="f271" fmla="+- f70 f263 0"/>
                <a:gd name="f272" fmla="+- f71 f264 0"/>
                <a:gd name="f273" fmla="+- f70 f265 0"/>
                <a:gd name="f274" fmla="+- f71 f266 0"/>
                <a:gd name="f275" fmla="+- f70 f267 0"/>
                <a:gd name="f276" fmla="max f268 f272"/>
                <a:gd name="f277" fmla="max f270 f274"/>
                <a:gd name="f278" fmla="max f269 f273"/>
                <a:gd name="f279" fmla="max f271 f275"/>
                <a:gd name="f280" fmla="min f268 f272"/>
                <a:gd name="f281" fmla="min f270 f274"/>
                <a:gd name="f282" fmla="min f269 f273"/>
                <a:gd name="f283" fmla="min f271 f275"/>
                <a:gd name="f284" fmla="+- f268 f274 0"/>
                <a:gd name="f285" fmla="+- f269 f275 0"/>
                <a:gd name="f286" fmla="+- f270 f272 0"/>
                <a:gd name="f287" fmla="+- f271 f273 0"/>
                <a:gd name="f288" fmla="*/ f268 f40 1"/>
                <a:gd name="f289" fmla="*/ f269 f40 1"/>
                <a:gd name="f290" fmla="*/ f272 f40 1"/>
                <a:gd name="f291" fmla="*/ f273 f40 1"/>
                <a:gd name="f292" fmla="max f276 f277"/>
                <a:gd name="f293" fmla="max f278 f279"/>
                <a:gd name="f294" fmla="min f280 f281"/>
                <a:gd name="f295" fmla="min f282 f283"/>
                <a:gd name="f296" fmla="*/ f284 1 2"/>
                <a:gd name="f297" fmla="*/ f285 1 2"/>
                <a:gd name="f298" fmla="*/ f286 1 2"/>
                <a:gd name="f299" fmla="*/ f287 1 2"/>
                <a:gd name="f300" fmla="?: f80 f45 f292"/>
                <a:gd name="f301" fmla="?: f81 f46 f293"/>
                <a:gd name="f302" fmla="?: f82 f7 f294"/>
                <a:gd name="f303" fmla="?: f83 f7 f295"/>
                <a:gd name="f304" fmla="*/ f296 f40 1"/>
                <a:gd name="f305" fmla="*/ f297 f40 1"/>
                <a:gd name="f306" fmla="*/ f298 f40 1"/>
                <a:gd name="f307" fmla="*/ f299 f40 1"/>
                <a:gd name="f308" fmla="*/ f302 f40 1"/>
                <a:gd name="f309" fmla="*/ f303 f40 1"/>
                <a:gd name="f310" fmla="*/ f300 f40 1"/>
                <a:gd name="f311" fmla="*/ f301 f4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304" y="f305"/>
                </a:cxn>
                <a:cxn ang="f38">
                  <a:pos x="f306" y="f307"/>
                </a:cxn>
                <a:cxn ang="f39">
                  <a:pos x="f86" y="f87"/>
                </a:cxn>
              </a:cxnLst>
              <a:rect l="f308" t="f309" r="f310" b="f311"/>
              <a:pathLst>
                <a:path>
                  <a:moveTo>
                    <a:pt x="f288" y="f289"/>
                  </a:moveTo>
                  <a:arcTo wR="f76" hR="f77" stAng="f47" swAng="f73"/>
                  <a:lnTo>
                    <a:pt x="f290" y="f291"/>
                  </a:lnTo>
                  <a:arcTo wR="f94" hR="f95" stAng="f48" swAng="f79"/>
                  <a:close/>
                </a:path>
              </a:pathLst>
            </a:custGeom>
            <a:solidFill>
              <a:srgbClr val="AAAAAA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4E6F4F29-6D46-C8DF-7F06-69DE45F39BD1}"/>
                </a:ext>
              </a:extLst>
            </p:cNvPr>
            <p:cNvSpPr/>
            <p:nvPr/>
          </p:nvSpPr>
          <p:spPr>
            <a:xfrm>
              <a:off x="7399471" y="2429121"/>
              <a:ext cx="3452509" cy="3452509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1"/>
                <a:gd name="f10" fmla="val 270"/>
                <a:gd name="f11" fmla="val 4643"/>
                <a:gd name="f12" fmla="+- 0 0 0"/>
                <a:gd name="f13" fmla="+- 0 0 -270"/>
                <a:gd name="f14" fmla="+- 0 0 -135"/>
                <a:gd name="f15" fmla="abs f4"/>
                <a:gd name="f16" fmla="abs f5"/>
                <a:gd name="f17" fmla="abs f6"/>
                <a:gd name="f18" fmla="+- 0 0 f10"/>
                <a:gd name="f19" fmla="+- 0 0 f7"/>
                <a:gd name="f20" fmla="*/ f12 f0 1"/>
                <a:gd name="f21" fmla="*/ f13 f0 1"/>
                <a:gd name="f22" fmla="*/ f14 f0 1"/>
                <a:gd name="f23" fmla="?: f15 f4 1"/>
                <a:gd name="f24" fmla="?: f16 f5 1"/>
                <a:gd name="f25" fmla="?: f17 f6 1"/>
                <a:gd name="f26" fmla="*/ f18 f0 1"/>
                <a:gd name="f27" fmla="*/ f19 f0 1"/>
                <a:gd name="f28" fmla="*/ f20 1 f3"/>
                <a:gd name="f29" fmla="*/ f21 1 f3"/>
                <a:gd name="f30" fmla="*/ f22 1 f3"/>
                <a:gd name="f31" fmla="*/ f23 1 21600"/>
                <a:gd name="f32" fmla="*/ f24 1 21600"/>
                <a:gd name="f33" fmla="*/ 21600 f23 1"/>
                <a:gd name="f34" fmla="*/ 21600 f24 1"/>
                <a:gd name="f35" fmla="*/ f26 1 f3"/>
                <a:gd name="f36" fmla="*/ f27 1 f3"/>
                <a:gd name="f37" fmla="+- f28 0 f1"/>
                <a:gd name="f38" fmla="+- f29 0 f1"/>
                <a:gd name="f39" fmla="+- f30 0 f1"/>
                <a:gd name="f40" fmla="min f32 f31"/>
                <a:gd name="f41" fmla="*/ f33 1 f25"/>
                <a:gd name="f42" fmla="*/ f34 1 f25"/>
                <a:gd name="f43" fmla="+- f35 0 f1"/>
                <a:gd name="f44" fmla="+- f36 0 f1"/>
                <a:gd name="f45" fmla="val f41"/>
                <a:gd name="f46" fmla="val f42"/>
                <a:gd name="f47" fmla="+- 0 0 f43"/>
                <a:gd name="f48" fmla="+- 0 0 f44"/>
                <a:gd name="f49" fmla="+- f46 0 f7"/>
                <a:gd name="f50" fmla="+- f45 0 f7"/>
                <a:gd name="f51" fmla="+- f48 0 f47"/>
                <a:gd name="f52" fmla="+- f47 f1 0"/>
                <a:gd name="f53" fmla="+- f48 f1 0"/>
                <a:gd name="f54" fmla="+- 21600000 0 f47"/>
                <a:gd name="f55" fmla="+- f1 0 f47"/>
                <a:gd name="f56" fmla="+- 27000000 0 f47"/>
                <a:gd name="f57" fmla="+- f0 0 f47"/>
                <a:gd name="f58" fmla="+- 32400000 0 f47"/>
                <a:gd name="f59" fmla="+- f2 0 f47"/>
                <a:gd name="f60" fmla="+- 37800000 0 f47"/>
                <a:gd name="f61" fmla="*/ f49 1 2"/>
                <a:gd name="f62" fmla="*/ f50 1 2"/>
                <a:gd name="f63" fmla="min f50 f49"/>
                <a:gd name="f64" fmla="+- f51 21600000 0"/>
                <a:gd name="f65" fmla="?: f55 f55 f56"/>
                <a:gd name="f66" fmla="?: f57 f57 f58"/>
                <a:gd name="f67" fmla="?: f59 f59 f60"/>
                <a:gd name="f68" fmla="*/ f52 f8 1"/>
                <a:gd name="f69" fmla="*/ f53 f8 1"/>
                <a:gd name="f70" fmla="+- f7 f61 0"/>
                <a:gd name="f71" fmla="+- f7 f62 0"/>
                <a:gd name="f72" fmla="*/ f63 f11 1"/>
                <a:gd name="f73" fmla="?: f51 f51 f64"/>
                <a:gd name="f74" fmla="*/ f68 1 f0"/>
                <a:gd name="f75" fmla="*/ f69 1 f0"/>
                <a:gd name="f76" fmla="*/ f62 f40 1"/>
                <a:gd name="f77" fmla="*/ f61 f40 1"/>
                <a:gd name="f78" fmla="*/ f72 1 100000"/>
                <a:gd name="f79" fmla="+- 0 0 f73"/>
                <a:gd name="f80" fmla="+- f73 0 f54"/>
                <a:gd name="f81" fmla="+- f73 0 f65"/>
                <a:gd name="f82" fmla="+- f73 0 f66"/>
                <a:gd name="f83" fmla="+- f73 0 f67"/>
                <a:gd name="f84" fmla="+- 0 0 f74"/>
                <a:gd name="f85" fmla="+- 0 0 f75"/>
                <a:gd name="f86" fmla="*/ f71 f40 1"/>
                <a:gd name="f87" fmla="*/ f70 f40 1"/>
                <a:gd name="f88" fmla="+- f62 0 f78"/>
                <a:gd name="f89" fmla="+- f61 0 f78"/>
                <a:gd name="f90" fmla="+- 0 0 f84"/>
                <a:gd name="f91" fmla="+- 0 0 f85"/>
                <a:gd name="f92" fmla="*/ f90 f0 1"/>
                <a:gd name="f93" fmla="*/ f91 f0 1"/>
                <a:gd name="f94" fmla="*/ f88 f40 1"/>
                <a:gd name="f95" fmla="*/ f89 f40 1"/>
                <a:gd name="f96" fmla="*/ f92 1 f8"/>
                <a:gd name="f97" fmla="*/ f93 1 f8"/>
                <a:gd name="f98" fmla="+- f96 0 f1"/>
                <a:gd name="f99" fmla="+- f97 0 f1"/>
                <a:gd name="f100" fmla="sin 1 f98"/>
                <a:gd name="f101" fmla="cos 1 f98"/>
                <a:gd name="f102" fmla="sin 1 f99"/>
                <a:gd name="f103" fmla="cos 1 f99"/>
                <a:gd name="f104" fmla="+- 0 0 f100"/>
                <a:gd name="f105" fmla="+- 0 0 f101"/>
                <a:gd name="f106" fmla="+- 0 0 f102"/>
                <a:gd name="f107" fmla="+- 0 0 f103"/>
                <a:gd name="f108" fmla="+- 0 0 f104"/>
                <a:gd name="f109" fmla="+- 0 0 f105"/>
                <a:gd name="f110" fmla="+- 0 0 f106"/>
                <a:gd name="f111" fmla="+- 0 0 f107"/>
                <a:gd name="f112" fmla="val f108"/>
                <a:gd name="f113" fmla="val f109"/>
                <a:gd name="f114" fmla="val f110"/>
                <a:gd name="f115" fmla="val f111"/>
                <a:gd name="f116" fmla="*/ f112 f62 1"/>
                <a:gd name="f117" fmla="*/ f113 f61 1"/>
                <a:gd name="f118" fmla="*/ f114 f62 1"/>
                <a:gd name="f119" fmla="*/ f115 f61 1"/>
                <a:gd name="f120" fmla="*/ f114 f88 1"/>
                <a:gd name="f121" fmla="*/ f115 f89 1"/>
                <a:gd name="f122" fmla="*/ f112 f88 1"/>
                <a:gd name="f123" fmla="*/ f113 f89 1"/>
                <a:gd name="f124" fmla="+- 0 0 f117"/>
                <a:gd name="f125" fmla="+- 0 0 f116"/>
                <a:gd name="f126" fmla="+- 0 0 f119"/>
                <a:gd name="f127" fmla="+- 0 0 f118"/>
                <a:gd name="f128" fmla="+- 0 0 f121"/>
                <a:gd name="f129" fmla="+- 0 0 f120"/>
                <a:gd name="f130" fmla="+- 0 0 f123"/>
                <a:gd name="f131" fmla="+- 0 0 f122"/>
                <a:gd name="f132" fmla="+- 0 0 f124"/>
                <a:gd name="f133" fmla="+- 0 0 f125"/>
                <a:gd name="f134" fmla="+- 0 0 f126"/>
                <a:gd name="f135" fmla="+- 0 0 f127"/>
                <a:gd name="f136" fmla="+- 0 0 f128"/>
                <a:gd name="f137" fmla="+- 0 0 f129"/>
                <a:gd name="f138" fmla="+- 0 0 f130"/>
                <a:gd name="f139" fmla="+- 0 0 f131"/>
                <a:gd name="f140" fmla="at2 f132 f133"/>
                <a:gd name="f141" fmla="at2 f134 f135"/>
                <a:gd name="f142" fmla="at2 f136 f137"/>
                <a:gd name="f143" fmla="at2 f138 f139"/>
                <a:gd name="f144" fmla="+- f140 f1 0"/>
                <a:gd name="f145" fmla="+- f141 f1 0"/>
                <a:gd name="f146" fmla="+- f142 f1 0"/>
                <a:gd name="f147" fmla="+- f143 f1 0"/>
                <a:gd name="f148" fmla="*/ f144 f8 1"/>
                <a:gd name="f149" fmla="*/ f145 f8 1"/>
                <a:gd name="f150" fmla="*/ f146 f8 1"/>
                <a:gd name="f151" fmla="*/ f147 f8 1"/>
                <a:gd name="f152" fmla="*/ f148 1 f0"/>
                <a:gd name="f153" fmla="*/ f149 1 f0"/>
                <a:gd name="f154" fmla="*/ f150 1 f0"/>
                <a:gd name="f155" fmla="*/ f151 1 f0"/>
                <a:gd name="f156" fmla="+- 0 0 f152"/>
                <a:gd name="f157" fmla="+- 0 0 f153"/>
                <a:gd name="f158" fmla="+- 0 0 f154"/>
                <a:gd name="f159" fmla="+- 0 0 f155"/>
                <a:gd name="f160" fmla="val f156"/>
                <a:gd name="f161" fmla="val f157"/>
                <a:gd name="f162" fmla="val f158"/>
                <a:gd name="f163" fmla="val f159"/>
                <a:gd name="f164" fmla="+- 0 0 f160"/>
                <a:gd name="f165" fmla="+- 0 0 f161"/>
                <a:gd name="f166" fmla="+- 0 0 f162"/>
                <a:gd name="f167" fmla="+- 0 0 f163"/>
                <a:gd name="f168" fmla="*/ f164 f0 1"/>
                <a:gd name="f169" fmla="*/ f165 f0 1"/>
                <a:gd name="f170" fmla="*/ f166 f0 1"/>
                <a:gd name="f171" fmla="*/ f167 f0 1"/>
                <a:gd name="f172" fmla="*/ f168 1 f8"/>
                <a:gd name="f173" fmla="*/ f169 1 f8"/>
                <a:gd name="f174" fmla="*/ f170 1 f8"/>
                <a:gd name="f175" fmla="*/ f171 1 f8"/>
                <a:gd name="f176" fmla="+- f172 0 f1"/>
                <a:gd name="f177" fmla="+- f173 0 f1"/>
                <a:gd name="f178" fmla="+- f174 0 f1"/>
                <a:gd name="f179" fmla="+- f175 0 f1"/>
                <a:gd name="f180" fmla="+- f176 f1 0"/>
                <a:gd name="f181" fmla="+- f177 f1 0"/>
                <a:gd name="f182" fmla="+- f178 f1 0"/>
                <a:gd name="f183" fmla="+- f179 f1 0"/>
                <a:gd name="f184" fmla="*/ f180 f8 1"/>
                <a:gd name="f185" fmla="*/ f181 f8 1"/>
                <a:gd name="f186" fmla="*/ f182 f8 1"/>
                <a:gd name="f187" fmla="*/ f183 f8 1"/>
                <a:gd name="f188" fmla="*/ f184 1 f0"/>
                <a:gd name="f189" fmla="*/ f185 1 f0"/>
                <a:gd name="f190" fmla="*/ f186 1 f0"/>
                <a:gd name="f191" fmla="*/ f187 1 f0"/>
                <a:gd name="f192" fmla="+- 0 0 f188"/>
                <a:gd name="f193" fmla="+- 0 0 f189"/>
                <a:gd name="f194" fmla="+- 0 0 f190"/>
                <a:gd name="f195" fmla="+- 0 0 f191"/>
                <a:gd name="f196" fmla="+- 0 0 f192"/>
                <a:gd name="f197" fmla="+- 0 0 f193"/>
                <a:gd name="f198" fmla="+- 0 0 f194"/>
                <a:gd name="f199" fmla="+- 0 0 f195"/>
                <a:gd name="f200" fmla="*/ f196 f0 1"/>
                <a:gd name="f201" fmla="*/ f197 f0 1"/>
                <a:gd name="f202" fmla="*/ f198 f0 1"/>
                <a:gd name="f203" fmla="*/ f199 f0 1"/>
                <a:gd name="f204" fmla="*/ f200 1 f8"/>
                <a:gd name="f205" fmla="*/ f201 1 f8"/>
                <a:gd name="f206" fmla="*/ f202 1 f8"/>
                <a:gd name="f207" fmla="*/ f203 1 f8"/>
                <a:gd name="f208" fmla="+- f204 0 f1"/>
                <a:gd name="f209" fmla="+- f205 0 f1"/>
                <a:gd name="f210" fmla="+- f206 0 f1"/>
                <a:gd name="f211" fmla="+- f207 0 f1"/>
                <a:gd name="f212" fmla="cos 1 f208"/>
                <a:gd name="f213" fmla="sin 1 f208"/>
                <a:gd name="f214" fmla="cos 1 f209"/>
                <a:gd name="f215" fmla="sin 1 f209"/>
                <a:gd name="f216" fmla="cos 1 f210"/>
                <a:gd name="f217" fmla="sin 1 f210"/>
                <a:gd name="f218" fmla="cos 1 f211"/>
                <a:gd name="f219" fmla="sin 1 f211"/>
                <a:gd name="f220" fmla="+- 0 0 f212"/>
                <a:gd name="f221" fmla="+- 0 0 f213"/>
                <a:gd name="f222" fmla="+- 0 0 f214"/>
                <a:gd name="f223" fmla="+- 0 0 f215"/>
                <a:gd name="f224" fmla="+- 0 0 f216"/>
                <a:gd name="f225" fmla="+- 0 0 f217"/>
                <a:gd name="f226" fmla="+- 0 0 f218"/>
                <a:gd name="f227" fmla="+- 0 0 f219"/>
                <a:gd name="f228" fmla="+- 0 0 f220"/>
                <a:gd name="f229" fmla="+- 0 0 f221"/>
                <a:gd name="f230" fmla="+- 0 0 f222"/>
                <a:gd name="f231" fmla="+- 0 0 f223"/>
                <a:gd name="f232" fmla="+- 0 0 f224"/>
                <a:gd name="f233" fmla="+- 0 0 f225"/>
                <a:gd name="f234" fmla="+- 0 0 f226"/>
                <a:gd name="f235" fmla="+- 0 0 f227"/>
                <a:gd name="f236" fmla="val f228"/>
                <a:gd name="f237" fmla="val f229"/>
                <a:gd name="f238" fmla="val f230"/>
                <a:gd name="f239" fmla="val f231"/>
                <a:gd name="f240" fmla="val f232"/>
                <a:gd name="f241" fmla="val f233"/>
                <a:gd name="f242" fmla="val f234"/>
                <a:gd name="f243" fmla="val f235"/>
                <a:gd name="f244" fmla="+- 0 0 f236"/>
                <a:gd name="f245" fmla="+- 0 0 f237"/>
                <a:gd name="f246" fmla="+- 0 0 f238"/>
                <a:gd name="f247" fmla="+- 0 0 f239"/>
                <a:gd name="f248" fmla="+- 0 0 f240"/>
                <a:gd name="f249" fmla="+- 0 0 f241"/>
                <a:gd name="f250" fmla="+- 0 0 f242"/>
                <a:gd name="f251" fmla="+- 0 0 f243"/>
                <a:gd name="f252" fmla="*/ f9 f244 1"/>
                <a:gd name="f253" fmla="*/ f9 f245 1"/>
                <a:gd name="f254" fmla="*/ f9 f246 1"/>
                <a:gd name="f255" fmla="*/ f9 f247 1"/>
                <a:gd name="f256" fmla="*/ f9 f248 1"/>
                <a:gd name="f257" fmla="*/ f9 f249 1"/>
                <a:gd name="f258" fmla="*/ f9 f250 1"/>
                <a:gd name="f259" fmla="*/ f9 f251 1"/>
                <a:gd name="f260" fmla="*/ f252 f62 1"/>
                <a:gd name="f261" fmla="*/ f253 f61 1"/>
                <a:gd name="f262" fmla="*/ f254 f62 1"/>
                <a:gd name="f263" fmla="*/ f255 f61 1"/>
                <a:gd name="f264" fmla="*/ f256 f88 1"/>
                <a:gd name="f265" fmla="*/ f257 f89 1"/>
                <a:gd name="f266" fmla="*/ f258 f88 1"/>
                <a:gd name="f267" fmla="*/ f259 f89 1"/>
                <a:gd name="f268" fmla="+- f71 f260 0"/>
                <a:gd name="f269" fmla="+- f70 f261 0"/>
                <a:gd name="f270" fmla="+- f71 f262 0"/>
                <a:gd name="f271" fmla="+- f70 f263 0"/>
                <a:gd name="f272" fmla="+- f71 f264 0"/>
                <a:gd name="f273" fmla="+- f70 f265 0"/>
                <a:gd name="f274" fmla="+- f71 f266 0"/>
                <a:gd name="f275" fmla="+- f70 f267 0"/>
                <a:gd name="f276" fmla="max f268 f272"/>
                <a:gd name="f277" fmla="max f270 f274"/>
                <a:gd name="f278" fmla="max f269 f273"/>
                <a:gd name="f279" fmla="max f271 f275"/>
                <a:gd name="f280" fmla="min f268 f272"/>
                <a:gd name="f281" fmla="min f270 f274"/>
                <a:gd name="f282" fmla="min f269 f273"/>
                <a:gd name="f283" fmla="min f271 f275"/>
                <a:gd name="f284" fmla="+- f268 f274 0"/>
                <a:gd name="f285" fmla="+- f269 f275 0"/>
                <a:gd name="f286" fmla="+- f270 f272 0"/>
                <a:gd name="f287" fmla="+- f271 f273 0"/>
                <a:gd name="f288" fmla="*/ f268 f40 1"/>
                <a:gd name="f289" fmla="*/ f269 f40 1"/>
                <a:gd name="f290" fmla="*/ f272 f40 1"/>
                <a:gd name="f291" fmla="*/ f273 f40 1"/>
                <a:gd name="f292" fmla="max f276 f277"/>
                <a:gd name="f293" fmla="max f278 f279"/>
                <a:gd name="f294" fmla="min f280 f281"/>
                <a:gd name="f295" fmla="min f282 f283"/>
                <a:gd name="f296" fmla="*/ f284 1 2"/>
                <a:gd name="f297" fmla="*/ f285 1 2"/>
                <a:gd name="f298" fmla="*/ f286 1 2"/>
                <a:gd name="f299" fmla="*/ f287 1 2"/>
                <a:gd name="f300" fmla="?: f80 f45 f292"/>
                <a:gd name="f301" fmla="?: f81 f46 f293"/>
                <a:gd name="f302" fmla="?: f82 f7 f294"/>
                <a:gd name="f303" fmla="?: f83 f7 f295"/>
                <a:gd name="f304" fmla="*/ f296 f40 1"/>
                <a:gd name="f305" fmla="*/ f297 f40 1"/>
                <a:gd name="f306" fmla="*/ f298 f40 1"/>
                <a:gd name="f307" fmla="*/ f299 f40 1"/>
                <a:gd name="f308" fmla="*/ f302 f40 1"/>
                <a:gd name="f309" fmla="*/ f303 f40 1"/>
                <a:gd name="f310" fmla="*/ f300 f40 1"/>
                <a:gd name="f311" fmla="*/ f301 f4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304" y="f305"/>
                </a:cxn>
                <a:cxn ang="f38">
                  <a:pos x="f306" y="f307"/>
                </a:cxn>
                <a:cxn ang="f39">
                  <a:pos x="f86" y="f87"/>
                </a:cxn>
              </a:cxnLst>
              <a:rect l="f308" t="f309" r="f310" b="f311"/>
              <a:pathLst>
                <a:path>
                  <a:moveTo>
                    <a:pt x="f288" y="f289"/>
                  </a:moveTo>
                  <a:arcTo wR="f76" hR="f77" stAng="f47" swAng="f73"/>
                  <a:lnTo>
                    <a:pt x="f290" y="f291"/>
                  </a:lnTo>
                  <a:arcTo wR="f94" hR="f95" stAng="f48" swAng="f79"/>
                  <a:close/>
                </a:path>
              </a:pathLst>
            </a:custGeom>
            <a:solidFill>
              <a:srgbClr val="AAAAAA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CC8E883E-C142-3404-ECAB-1CA02304AA7B}"/>
                </a:ext>
              </a:extLst>
            </p:cNvPr>
            <p:cNvSpPr/>
            <p:nvPr/>
          </p:nvSpPr>
          <p:spPr>
            <a:xfrm>
              <a:off x="7399471" y="2429121"/>
              <a:ext cx="3452509" cy="3452509"/>
            </a:xfrm>
            <a:custGeom>
              <a:avLst/>
              <a:gdLst>
                <a:gd name="f0" fmla="val 10800000"/>
                <a:gd name="f1" fmla="val 5400000"/>
                <a:gd name="f2" fmla="val 162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1"/>
                <a:gd name="f10" fmla="val 270"/>
                <a:gd name="f11" fmla="val 4643"/>
                <a:gd name="f12" fmla="+- 0 0 -270"/>
                <a:gd name="f13" fmla="+- 0 0 -180"/>
                <a:gd name="f14" fmla="+- 0 0 -225"/>
                <a:gd name="f15" fmla="abs f4"/>
                <a:gd name="f16" fmla="abs f5"/>
                <a:gd name="f17" fmla="abs f6"/>
                <a:gd name="f18" fmla="+- 0 0 f3"/>
                <a:gd name="f19" fmla="+- 0 0 f10"/>
                <a:gd name="f20" fmla="*/ f12 f0 1"/>
                <a:gd name="f21" fmla="*/ f13 f0 1"/>
                <a:gd name="f22" fmla="*/ f14 f0 1"/>
                <a:gd name="f23" fmla="?: f15 f4 1"/>
                <a:gd name="f24" fmla="?: f16 f5 1"/>
                <a:gd name="f25" fmla="?: f17 f6 1"/>
                <a:gd name="f26" fmla="*/ f18 f0 1"/>
                <a:gd name="f27" fmla="*/ f19 f0 1"/>
                <a:gd name="f28" fmla="*/ f20 1 f3"/>
                <a:gd name="f29" fmla="*/ f21 1 f3"/>
                <a:gd name="f30" fmla="*/ f22 1 f3"/>
                <a:gd name="f31" fmla="*/ f23 1 21600"/>
                <a:gd name="f32" fmla="*/ f24 1 21600"/>
                <a:gd name="f33" fmla="*/ 21600 f23 1"/>
                <a:gd name="f34" fmla="*/ 21600 f24 1"/>
                <a:gd name="f35" fmla="*/ f26 1 f3"/>
                <a:gd name="f36" fmla="*/ f27 1 f3"/>
                <a:gd name="f37" fmla="+- f28 0 f1"/>
                <a:gd name="f38" fmla="+- f29 0 f1"/>
                <a:gd name="f39" fmla="+- f30 0 f1"/>
                <a:gd name="f40" fmla="min f32 f31"/>
                <a:gd name="f41" fmla="*/ f33 1 f25"/>
                <a:gd name="f42" fmla="*/ f34 1 f25"/>
                <a:gd name="f43" fmla="+- f35 0 f1"/>
                <a:gd name="f44" fmla="+- f36 0 f1"/>
                <a:gd name="f45" fmla="val f41"/>
                <a:gd name="f46" fmla="val f42"/>
                <a:gd name="f47" fmla="+- 0 0 f43"/>
                <a:gd name="f48" fmla="+- 0 0 f44"/>
                <a:gd name="f49" fmla="+- f46 0 f7"/>
                <a:gd name="f50" fmla="+- f45 0 f7"/>
                <a:gd name="f51" fmla="+- f48 0 f47"/>
                <a:gd name="f52" fmla="+- f47 f1 0"/>
                <a:gd name="f53" fmla="+- f48 f1 0"/>
                <a:gd name="f54" fmla="+- 21600000 0 f47"/>
                <a:gd name="f55" fmla="+- f1 0 f47"/>
                <a:gd name="f56" fmla="+- 27000000 0 f47"/>
                <a:gd name="f57" fmla="+- f0 0 f47"/>
                <a:gd name="f58" fmla="+- 32400000 0 f47"/>
                <a:gd name="f59" fmla="+- f2 0 f47"/>
                <a:gd name="f60" fmla="+- 37800000 0 f47"/>
                <a:gd name="f61" fmla="*/ f49 1 2"/>
                <a:gd name="f62" fmla="*/ f50 1 2"/>
                <a:gd name="f63" fmla="min f50 f49"/>
                <a:gd name="f64" fmla="+- f51 21600000 0"/>
                <a:gd name="f65" fmla="?: f55 f55 f56"/>
                <a:gd name="f66" fmla="?: f57 f57 f58"/>
                <a:gd name="f67" fmla="?: f59 f59 f60"/>
                <a:gd name="f68" fmla="*/ f52 f8 1"/>
                <a:gd name="f69" fmla="*/ f53 f8 1"/>
                <a:gd name="f70" fmla="+- f7 f61 0"/>
                <a:gd name="f71" fmla="+- f7 f62 0"/>
                <a:gd name="f72" fmla="*/ f63 f11 1"/>
                <a:gd name="f73" fmla="?: f51 f51 f64"/>
                <a:gd name="f74" fmla="*/ f68 1 f0"/>
                <a:gd name="f75" fmla="*/ f69 1 f0"/>
                <a:gd name="f76" fmla="*/ f62 f40 1"/>
                <a:gd name="f77" fmla="*/ f61 f40 1"/>
                <a:gd name="f78" fmla="*/ f72 1 100000"/>
                <a:gd name="f79" fmla="+- 0 0 f73"/>
                <a:gd name="f80" fmla="+- f73 0 f54"/>
                <a:gd name="f81" fmla="+- f73 0 f65"/>
                <a:gd name="f82" fmla="+- f73 0 f66"/>
                <a:gd name="f83" fmla="+- f73 0 f67"/>
                <a:gd name="f84" fmla="+- 0 0 f74"/>
                <a:gd name="f85" fmla="+- 0 0 f75"/>
                <a:gd name="f86" fmla="*/ f71 f40 1"/>
                <a:gd name="f87" fmla="*/ f70 f40 1"/>
                <a:gd name="f88" fmla="+- f62 0 f78"/>
                <a:gd name="f89" fmla="+- f61 0 f78"/>
                <a:gd name="f90" fmla="+- 0 0 f84"/>
                <a:gd name="f91" fmla="+- 0 0 f85"/>
                <a:gd name="f92" fmla="*/ f90 f0 1"/>
                <a:gd name="f93" fmla="*/ f91 f0 1"/>
                <a:gd name="f94" fmla="*/ f88 f40 1"/>
                <a:gd name="f95" fmla="*/ f89 f40 1"/>
                <a:gd name="f96" fmla="*/ f92 1 f8"/>
                <a:gd name="f97" fmla="*/ f93 1 f8"/>
                <a:gd name="f98" fmla="+- f96 0 f1"/>
                <a:gd name="f99" fmla="+- f97 0 f1"/>
                <a:gd name="f100" fmla="sin 1 f98"/>
                <a:gd name="f101" fmla="cos 1 f98"/>
                <a:gd name="f102" fmla="sin 1 f99"/>
                <a:gd name="f103" fmla="cos 1 f99"/>
                <a:gd name="f104" fmla="+- 0 0 f100"/>
                <a:gd name="f105" fmla="+- 0 0 f101"/>
                <a:gd name="f106" fmla="+- 0 0 f102"/>
                <a:gd name="f107" fmla="+- 0 0 f103"/>
                <a:gd name="f108" fmla="+- 0 0 f104"/>
                <a:gd name="f109" fmla="+- 0 0 f105"/>
                <a:gd name="f110" fmla="+- 0 0 f106"/>
                <a:gd name="f111" fmla="+- 0 0 f107"/>
                <a:gd name="f112" fmla="val f108"/>
                <a:gd name="f113" fmla="val f109"/>
                <a:gd name="f114" fmla="val f110"/>
                <a:gd name="f115" fmla="val f111"/>
                <a:gd name="f116" fmla="*/ f112 f62 1"/>
                <a:gd name="f117" fmla="*/ f113 f61 1"/>
                <a:gd name="f118" fmla="*/ f114 f62 1"/>
                <a:gd name="f119" fmla="*/ f115 f61 1"/>
                <a:gd name="f120" fmla="*/ f114 f88 1"/>
                <a:gd name="f121" fmla="*/ f115 f89 1"/>
                <a:gd name="f122" fmla="*/ f112 f88 1"/>
                <a:gd name="f123" fmla="*/ f113 f89 1"/>
                <a:gd name="f124" fmla="+- 0 0 f117"/>
                <a:gd name="f125" fmla="+- 0 0 f116"/>
                <a:gd name="f126" fmla="+- 0 0 f119"/>
                <a:gd name="f127" fmla="+- 0 0 f118"/>
                <a:gd name="f128" fmla="+- 0 0 f121"/>
                <a:gd name="f129" fmla="+- 0 0 f120"/>
                <a:gd name="f130" fmla="+- 0 0 f123"/>
                <a:gd name="f131" fmla="+- 0 0 f122"/>
                <a:gd name="f132" fmla="+- 0 0 f124"/>
                <a:gd name="f133" fmla="+- 0 0 f125"/>
                <a:gd name="f134" fmla="+- 0 0 f126"/>
                <a:gd name="f135" fmla="+- 0 0 f127"/>
                <a:gd name="f136" fmla="+- 0 0 f128"/>
                <a:gd name="f137" fmla="+- 0 0 f129"/>
                <a:gd name="f138" fmla="+- 0 0 f130"/>
                <a:gd name="f139" fmla="+- 0 0 f131"/>
                <a:gd name="f140" fmla="at2 f132 f133"/>
                <a:gd name="f141" fmla="at2 f134 f135"/>
                <a:gd name="f142" fmla="at2 f136 f137"/>
                <a:gd name="f143" fmla="at2 f138 f139"/>
                <a:gd name="f144" fmla="+- f140 f1 0"/>
                <a:gd name="f145" fmla="+- f141 f1 0"/>
                <a:gd name="f146" fmla="+- f142 f1 0"/>
                <a:gd name="f147" fmla="+- f143 f1 0"/>
                <a:gd name="f148" fmla="*/ f144 f8 1"/>
                <a:gd name="f149" fmla="*/ f145 f8 1"/>
                <a:gd name="f150" fmla="*/ f146 f8 1"/>
                <a:gd name="f151" fmla="*/ f147 f8 1"/>
                <a:gd name="f152" fmla="*/ f148 1 f0"/>
                <a:gd name="f153" fmla="*/ f149 1 f0"/>
                <a:gd name="f154" fmla="*/ f150 1 f0"/>
                <a:gd name="f155" fmla="*/ f151 1 f0"/>
                <a:gd name="f156" fmla="+- 0 0 f152"/>
                <a:gd name="f157" fmla="+- 0 0 f153"/>
                <a:gd name="f158" fmla="+- 0 0 f154"/>
                <a:gd name="f159" fmla="+- 0 0 f155"/>
                <a:gd name="f160" fmla="val f156"/>
                <a:gd name="f161" fmla="val f157"/>
                <a:gd name="f162" fmla="val f158"/>
                <a:gd name="f163" fmla="val f159"/>
                <a:gd name="f164" fmla="+- 0 0 f160"/>
                <a:gd name="f165" fmla="+- 0 0 f161"/>
                <a:gd name="f166" fmla="+- 0 0 f162"/>
                <a:gd name="f167" fmla="+- 0 0 f163"/>
                <a:gd name="f168" fmla="*/ f164 f0 1"/>
                <a:gd name="f169" fmla="*/ f165 f0 1"/>
                <a:gd name="f170" fmla="*/ f166 f0 1"/>
                <a:gd name="f171" fmla="*/ f167 f0 1"/>
                <a:gd name="f172" fmla="*/ f168 1 f8"/>
                <a:gd name="f173" fmla="*/ f169 1 f8"/>
                <a:gd name="f174" fmla="*/ f170 1 f8"/>
                <a:gd name="f175" fmla="*/ f171 1 f8"/>
                <a:gd name="f176" fmla="+- f172 0 f1"/>
                <a:gd name="f177" fmla="+- f173 0 f1"/>
                <a:gd name="f178" fmla="+- f174 0 f1"/>
                <a:gd name="f179" fmla="+- f175 0 f1"/>
                <a:gd name="f180" fmla="+- f176 f1 0"/>
                <a:gd name="f181" fmla="+- f177 f1 0"/>
                <a:gd name="f182" fmla="+- f178 f1 0"/>
                <a:gd name="f183" fmla="+- f179 f1 0"/>
                <a:gd name="f184" fmla="*/ f180 f8 1"/>
                <a:gd name="f185" fmla="*/ f181 f8 1"/>
                <a:gd name="f186" fmla="*/ f182 f8 1"/>
                <a:gd name="f187" fmla="*/ f183 f8 1"/>
                <a:gd name="f188" fmla="*/ f184 1 f0"/>
                <a:gd name="f189" fmla="*/ f185 1 f0"/>
                <a:gd name="f190" fmla="*/ f186 1 f0"/>
                <a:gd name="f191" fmla="*/ f187 1 f0"/>
                <a:gd name="f192" fmla="+- 0 0 f188"/>
                <a:gd name="f193" fmla="+- 0 0 f189"/>
                <a:gd name="f194" fmla="+- 0 0 f190"/>
                <a:gd name="f195" fmla="+- 0 0 f191"/>
                <a:gd name="f196" fmla="+- 0 0 f192"/>
                <a:gd name="f197" fmla="+- 0 0 f193"/>
                <a:gd name="f198" fmla="+- 0 0 f194"/>
                <a:gd name="f199" fmla="+- 0 0 f195"/>
                <a:gd name="f200" fmla="*/ f196 f0 1"/>
                <a:gd name="f201" fmla="*/ f197 f0 1"/>
                <a:gd name="f202" fmla="*/ f198 f0 1"/>
                <a:gd name="f203" fmla="*/ f199 f0 1"/>
                <a:gd name="f204" fmla="*/ f200 1 f8"/>
                <a:gd name="f205" fmla="*/ f201 1 f8"/>
                <a:gd name="f206" fmla="*/ f202 1 f8"/>
                <a:gd name="f207" fmla="*/ f203 1 f8"/>
                <a:gd name="f208" fmla="+- f204 0 f1"/>
                <a:gd name="f209" fmla="+- f205 0 f1"/>
                <a:gd name="f210" fmla="+- f206 0 f1"/>
                <a:gd name="f211" fmla="+- f207 0 f1"/>
                <a:gd name="f212" fmla="cos 1 f208"/>
                <a:gd name="f213" fmla="sin 1 f208"/>
                <a:gd name="f214" fmla="cos 1 f209"/>
                <a:gd name="f215" fmla="sin 1 f209"/>
                <a:gd name="f216" fmla="cos 1 f210"/>
                <a:gd name="f217" fmla="sin 1 f210"/>
                <a:gd name="f218" fmla="cos 1 f211"/>
                <a:gd name="f219" fmla="sin 1 f211"/>
                <a:gd name="f220" fmla="+- 0 0 f212"/>
                <a:gd name="f221" fmla="+- 0 0 f213"/>
                <a:gd name="f222" fmla="+- 0 0 f214"/>
                <a:gd name="f223" fmla="+- 0 0 f215"/>
                <a:gd name="f224" fmla="+- 0 0 f216"/>
                <a:gd name="f225" fmla="+- 0 0 f217"/>
                <a:gd name="f226" fmla="+- 0 0 f218"/>
                <a:gd name="f227" fmla="+- 0 0 f219"/>
                <a:gd name="f228" fmla="+- 0 0 f220"/>
                <a:gd name="f229" fmla="+- 0 0 f221"/>
                <a:gd name="f230" fmla="+- 0 0 f222"/>
                <a:gd name="f231" fmla="+- 0 0 f223"/>
                <a:gd name="f232" fmla="+- 0 0 f224"/>
                <a:gd name="f233" fmla="+- 0 0 f225"/>
                <a:gd name="f234" fmla="+- 0 0 f226"/>
                <a:gd name="f235" fmla="+- 0 0 f227"/>
                <a:gd name="f236" fmla="val f228"/>
                <a:gd name="f237" fmla="val f229"/>
                <a:gd name="f238" fmla="val f230"/>
                <a:gd name="f239" fmla="val f231"/>
                <a:gd name="f240" fmla="val f232"/>
                <a:gd name="f241" fmla="val f233"/>
                <a:gd name="f242" fmla="val f234"/>
                <a:gd name="f243" fmla="val f235"/>
                <a:gd name="f244" fmla="+- 0 0 f236"/>
                <a:gd name="f245" fmla="+- 0 0 f237"/>
                <a:gd name="f246" fmla="+- 0 0 f238"/>
                <a:gd name="f247" fmla="+- 0 0 f239"/>
                <a:gd name="f248" fmla="+- 0 0 f240"/>
                <a:gd name="f249" fmla="+- 0 0 f241"/>
                <a:gd name="f250" fmla="+- 0 0 f242"/>
                <a:gd name="f251" fmla="+- 0 0 f243"/>
                <a:gd name="f252" fmla="*/ f9 f244 1"/>
                <a:gd name="f253" fmla="*/ f9 f245 1"/>
                <a:gd name="f254" fmla="*/ f9 f246 1"/>
                <a:gd name="f255" fmla="*/ f9 f247 1"/>
                <a:gd name="f256" fmla="*/ f9 f248 1"/>
                <a:gd name="f257" fmla="*/ f9 f249 1"/>
                <a:gd name="f258" fmla="*/ f9 f250 1"/>
                <a:gd name="f259" fmla="*/ f9 f251 1"/>
                <a:gd name="f260" fmla="*/ f252 f62 1"/>
                <a:gd name="f261" fmla="*/ f253 f61 1"/>
                <a:gd name="f262" fmla="*/ f254 f62 1"/>
                <a:gd name="f263" fmla="*/ f255 f61 1"/>
                <a:gd name="f264" fmla="*/ f256 f88 1"/>
                <a:gd name="f265" fmla="*/ f257 f89 1"/>
                <a:gd name="f266" fmla="*/ f258 f88 1"/>
                <a:gd name="f267" fmla="*/ f259 f89 1"/>
                <a:gd name="f268" fmla="+- f71 f260 0"/>
                <a:gd name="f269" fmla="+- f70 f261 0"/>
                <a:gd name="f270" fmla="+- f71 f262 0"/>
                <a:gd name="f271" fmla="+- f70 f263 0"/>
                <a:gd name="f272" fmla="+- f71 f264 0"/>
                <a:gd name="f273" fmla="+- f70 f265 0"/>
                <a:gd name="f274" fmla="+- f71 f266 0"/>
                <a:gd name="f275" fmla="+- f70 f267 0"/>
                <a:gd name="f276" fmla="max f268 f272"/>
                <a:gd name="f277" fmla="max f270 f274"/>
                <a:gd name="f278" fmla="max f269 f273"/>
                <a:gd name="f279" fmla="max f271 f275"/>
                <a:gd name="f280" fmla="min f268 f272"/>
                <a:gd name="f281" fmla="min f270 f274"/>
                <a:gd name="f282" fmla="min f269 f273"/>
                <a:gd name="f283" fmla="min f271 f275"/>
                <a:gd name="f284" fmla="+- f268 f274 0"/>
                <a:gd name="f285" fmla="+- f269 f275 0"/>
                <a:gd name="f286" fmla="+- f270 f272 0"/>
                <a:gd name="f287" fmla="+- f271 f273 0"/>
                <a:gd name="f288" fmla="*/ f268 f40 1"/>
                <a:gd name="f289" fmla="*/ f269 f40 1"/>
                <a:gd name="f290" fmla="*/ f272 f40 1"/>
                <a:gd name="f291" fmla="*/ f273 f40 1"/>
                <a:gd name="f292" fmla="max f276 f277"/>
                <a:gd name="f293" fmla="max f278 f279"/>
                <a:gd name="f294" fmla="min f280 f281"/>
                <a:gd name="f295" fmla="min f282 f283"/>
                <a:gd name="f296" fmla="*/ f284 1 2"/>
                <a:gd name="f297" fmla="*/ f285 1 2"/>
                <a:gd name="f298" fmla="*/ f286 1 2"/>
                <a:gd name="f299" fmla="*/ f287 1 2"/>
                <a:gd name="f300" fmla="?: f80 f45 f292"/>
                <a:gd name="f301" fmla="?: f81 f46 f293"/>
                <a:gd name="f302" fmla="?: f82 f7 f294"/>
                <a:gd name="f303" fmla="?: f83 f7 f295"/>
                <a:gd name="f304" fmla="*/ f296 f40 1"/>
                <a:gd name="f305" fmla="*/ f297 f40 1"/>
                <a:gd name="f306" fmla="*/ f298 f40 1"/>
                <a:gd name="f307" fmla="*/ f299 f40 1"/>
                <a:gd name="f308" fmla="*/ f302 f40 1"/>
                <a:gd name="f309" fmla="*/ f303 f40 1"/>
                <a:gd name="f310" fmla="*/ f300 f40 1"/>
                <a:gd name="f311" fmla="*/ f301 f4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7">
                  <a:pos x="f304" y="f305"/>
                </a:cxn>
                <a:cxn ang="f38">
                  <a:pos x="f306" y="f307"/>
                </a:cxn>
                <a:cxn ang="f39">
                  <a:pos x="f86" y="f87"/>
                </a:cxn>
              </a:cxnLst>
              <a:rect l="f308" t="f309" r="f310" b="f311"/>
              <a:pathLst>
                <a:path>
                  <a:moveTo>
                    <a:pt x="f288" y="f289"/>
                  </a:moveTo>
                  <a:arcTo wR="f76" hR="f77" stAng="f47" swAng="f73"/>
                  <a:lnTo>
                    <a:pt x="f290" y="f291"/>
                  </a:lnTo>
                  <a:arcTo wR="f94" hR="f95" stAng="f48" swAng="f79"/>
                  <a:close/>
                </a:path>
              </a:pathLst>
            </a:custGeom>
            <a:solidFill>
              <a:srgbClr val="AAAAAA"/>
            </a:solidFill>
            <a:ln cap="flat">
              <a:noFill/>
              <a:prstDash val="solid"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34513322-1A27-6327-ABFB-9D150DE37E55}"/>
                </a:ext>
              </a:extLst>
            </p:cNvPr>
            <p:cNvSpPr/>
            <p:nvPr/>
          </p:nvSpPr>
          <p:spPr>
            <a:xfrm>
              <a:off x="8330513" y="3360163"/>
              <a:ext cx="1590425" cy="159042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590426"/>
                <a:gd name="f7" fmla="val 795213"/>
                <a:gd name="f8" fmla="val 356029"/>
                <a:gd name="f9" fmla="val 1234397"/>
                <a:gd name="f10" fmla="+- 0 0 -90"/>
                <a:gd name="f11" fmla="*/ f3 1 1590426"/>
                <a:gd name="f12" fmla="*/ f4 1 1590426"/>
                <a:gd name="f13" fmla="+- f6 0 f5"/>
                <a:gd name="f14" fmla="*/ f10 f0 1"/>
                <a:gd name="f15" fmla="*/ f13 1 1590426"/>
                <a:gd name="f16" fmla="*/ 0 f13 1"/>
                <a:gd name="f17" fmla="*/ 795213 f13 1"/>
                <a:gd name="f18" fmla="*/ 1590426 f13 1"/>
                <a:gd name="f19" fmla="*/ f14 1 f2"/>
                <a:gd name="f20" fmla="*/ f16 1 1590426"/>
                <a:gd name="f21" fmla="*/ f17 1 1590426"/>
                <a:gd name="f22" fmla="*/ f18 1 1590426"/>
                <a:gd name="f23" fmla="*/ f5 1 f15"/>
                <a:gd name="f24" fmla="*/ f6 1 f15"/>
                <a:gd name="f25" fmla="+- f19 0 f1"/>
                <a:gd name="f26" fmla="*/ f20 1 f15"/>
                <a:gd name="f27" fmla="*/ f21 1 f15"/>
                <a:gd name="f28" fmla="*/ f22 1 f15"/>
                <a:gd name="f29" fmla="*/ f23 f11 1"/>
                <a:gd name="f30" fmla="*/ f24 f11 1"/>
                <a:gd name="f31" fmla="*/ f24 f12 1"/>
                <a:gd name="f32" fmla="*/ f23 f12 1"/>
                <a:gd name="f33" fmla="*/ f26 f11 1"/>
                <a:gd name="f34" fmla="*/ f27 f12 1"/>
                <a:gd name="f35" fmla="*/ f27 f11 1"/>
                <a:gd name="f36" fmla="*/ f26 f12 1"/>
                <a:gd name="f37" fmla="*/ f28 f11 1"/>
                <a:gd name="f38" fmla="*/ f28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33" y="f34"/>
                </a:cxn>
                <a:cxn ang="f25">
                  <a:pos x="f35" y="f36"/>
                </a:cxn>
                <a:cxn ang="f25">
                  <a:pos x="f37" y="f34"/>
                </a:cxn>
                <a:cxn ang="f25">
                  <a:pos x="f35" y="f38"/>
                </a:cxn>
                <a:cxn ang="f25">
                  <a:pos x="f33" y="f34"/>
                </a:cxn>
              </a:cxnLst>
              <a:rect l="f29" t="f32" r="f30" b="f31"/>
              <a:pathLst>
                <a:path w="1590426" h="1590426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6" y="f8"/>
                    <a:pt x="f6" y="f7"/>
                  </a:cubicBezTo>
                  <a:cubicBezTo>
                    <a:pt x="f6" y="f9"/>
                    <a:pt x="f9" y="f6"/>
                    <a:pt x="f7" y="f6"/>
                  </a:cubicBezTo>
                  <a:cubicBezTo>
                    <a:pt x="f8" y="f6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259579" tIns="259579" rIns="259579" bIns="259579" anchor="ctr" anchorCtr="1" compatLnSpc="1">
              <a:noAutofit/>
            </a:bodyPr>
            <a:lstStyle/>
            <a:p>
              <a:pPr marL="0" marR="0" lvl="0" indent="0" algn="ctr" defTabSz="93344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9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2100" b="0" i="0" u="none" strike="noStrike" kern="1200" cap="none" spc="0" baseline="0">
                  <a:solidFill>
                    <a:srgbClr val="000000"/>
                  </a:solidFill>
                  <a:uFillTx/>
                  <a:latin typeface="Sagona Book"/>
                </a:rPr>
                <a:t>Key Benefits</a:t>
              </a: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05B3DDAE-2012-5E2D-D233-59DACFEA8122}"/>
                </a:ext>
              </a:extLst>
            </p:cNvPr>
            <p:cNvSpPr/>
            <p:nvPr/>
          </p:nvSpPr>
          <p:spPr>
            <a:xfrm>
              <a:off x="8569071" y="1912549"/>
              <a:ext cx="1113300" cy="11133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13298"/>
                <a:gd name="f7" fmla="val 556649"/>
                <a:gd name="f8" fmla="val 249220"/>
                <a:gd name="f9" fmla="val 864078"/>
                <a:gd name="f10" fmla="+- 0 0 -90"/>
                <a:gd name="f11" fmla="*/ f3 1 1113298"/>
                <a:gd name="f12" fmla="*/ f4 1 1113298"/>
                <a:gd name="f13" fmla="+- f6 0 f5"/>
                <a:gd name="f14" fmla="*/ f10 f0 1"/>
                <a:gd name="f15" fmla="*/ f13 1 1113298"/>
                <a:gd name="f16" fmla="*/ 0 f13 1"/>
                <a:gd name="f17" fmla="*/ 556649 f13 1"/>
                <a:gd name="f18" fmla="*/ 1113298 f13 1"/>
                <a:gd name="f19" fmla="*/ f14 1 f2"/>
                <a:gd name="f20" fmla="*/ f16 1 1113298"/>
                <a:gd name="f21" fmla="*/ f17 1 1113298"/>
                <a:gd name="f22" fmla="*/ f18 1 1113298"/>
                <a:gd name="f23" fmla="*/ f5 1 f15"/>
                <a:gd name="f24" fmla="*/ f6 1 f15"/>
                <a:gd name="f25" fmla="+- f19 0 f1"/>
                <a:gd name="f26" fmla="*/ f20 1 f15"/>
                <a:gd name="f27" fmla="*/ f21 1 f15"/>
                <a:gd name="f28" fmla="*/ f22 1 f15"/>
                <a:gd name="f29" fmla="*/ f23 f11 1"/>
                <a:gd name="f30" fmla="*/ f24 f11 1"/>
                <a:gd name="f31" fmla="*/ f24 f12 1"/>
                <a:gd name="f32" fmla="*/ f23 f12 1"/>
                <a:gd name="f33" fmla="*/ f26 f11 1"/>
                <a:gd name="f34" fmla="*/ f27 f12 1"/>
                <a:gd name="f35" fmla="*/ f27 f11 1"/>
                <a:gd name="f36" fmla="*/ f26 f12 1"/>
                <a:gd name="f37" fmla="*/ f28 f11 1"/>
                <a:gd name="f38" fmla="*/ f28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33" y="f34"/>
                </a:cxn>
                <a:cxn ang="f25">
                  <a:pos x="f35" y="f36"/>
                </a:cxn>
                <a:cxn ang="f25">
                  <a:pos x="f37" y="f34"/>
                </a:cxn>
                <a:cxn ang="f25">
                  <a:pos x="f35" y="f38"/>
                </a:cxn>
                <a:cxn ang="f25">
                  <a:pos x="f33" y="f34"/>
                </a:cxn>
              </a:cxnLst>
              <a:rect l="f29" t="f32" r="f30" b="f31"/>
              <a:pathLst>
                <a:path w="1113298" h="1113298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6" y="f8"/>
                    <a:pt x="f6" y="f7"/>
                  </a:cubicBezTo>
                  <a:cubicBezTo>
                    <a:pt x="f6" y="f9"/>
                    <a:pt x="f9" y="f6"/>
                    <a:pt x="f7" y="f6"/>
                  </a:cubicBezTo>
                  <a:cubicBezTo>
                    <a:pt x="f8" y="f6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171925" tIns="171925" rIns="171925" bIns="171925" anchor="ctr" anchorCtr="1" compatLnSpc="1">
              <a:noAutofit/>
            </a:bodyPr>
            <a:lstStyle/>
            <a:p>
              <a:pPr marL="0" marR="0" lvl="0" indent="0" algn="ctr" defTabSz="31115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700" b="0" i="0" u="none" strike="noStrike" kern="1200" cap="none" spc="0" baseline="0">
                  <a:solidFill>
                    <a:srgbClr val="000000"/>
                  </a:solidFill>
                  <a:uFillTx/>
                  <a:latin typeface="Sagona Book"/>
                </a:rPr>
                <a:t>On-demand support</a:t>
              </a:r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C6D87DB5-9C71-346A-1C5B-90E206A24838}"/>
                </a:ext>
              </a:extLst>
            </p:cNvPr>
            <p:cNvSpPr/>
            <p:nvPr/>
          </p:nvSpPr>
          <p:spPr>
            <a:xfrm>
              <a:off x="10255252" y="3598721"/>
              <a:ext cx="1113300" cy="11133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13298"/>
                <a:gd name="f7" fmla="val 556649"/>
                <a:gd name="f8" fmla="val 249220"/>
                <a:gd name="f9" fmla="val 864078"/>
                <a:gd name="f10" fmla="+- 0 0 -90"/>
                <a:gd name="f11" fmla="*/ f3 1 1113298"/>
                <a:gd name="f12" fmla="*/ f4 1 1113298"/>
                <a:gd name="f13" fmla="+- f6 0 f5"/>
                <a:gd name="f14" fmla="*/ f10 f0 1"/>
                <a:gd name="f15" fmla="*/ f13 1 1113298"/>
                <a:gd name="f16" fmla="*/ 0 f13 1"/>
                <a:gd name="f17" fmla="*/ 556649 f13 1"/>
                <a:gd name="f18" fmla="*/ 1113298 f13 1"/>
                <a:gd name="f19" fmla="*/ f14 1 f2"/>
                <a:gd name="f20" fmla="*/ f16 1 1113298"/>
                <a:gd name="f21" fmla="*/ f17 1 1113298"/>
                <a:gd name="f22" fmla="*/ f18 1 1113298"/>
                <a:gd name="f23" fmla="*/ f5 1 f15"/>
                <a:gd name="f24" fmla="*/ f6 1 f15"/>
                <a:gd name="f25" fmla="+- f19 0 f1"/>
                <a:gd name="f26" fmla="*/ f20 1 f15"/>
                <a:gd name="f27" fmla="*/ f21 1 f15"/>
                <a:gd name="f28" fmla="*/ f22 1 f15"/>
                <a:gd name="f29" fmla="*/ f23 f11 1"/>
                <a:gd name="f30" fmla="*/ f24 f11 1"/>
                <a:gd name="f31" fmla="*/ f24 f12 1"/>
                <a:gd name="f32" fmla="*/ f23 f12 1"/>
                <a:gd name="f33" fmla="*/ f26 f11 1"/>
                <a:gd name="f34" fmla="*/ f27 f12 1"/>
                <a:gd name="f35" fmla="*/ f27 f11 1"/>
                <a:gd name="f36" fmla="*/ f26 f12 1"/>
                <a:gd name="f37" fmla="*/ f28 f11 1"/>
                <a:gd name="f38" fmla="*/ f28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33" y="f34"/>
                </a:cxn>
                <a:cxn ang="f25">
                  <a:pos x="f35" y="f36"/>
                </a:cxn>
                <a:cxn ang="f25">
                  <a:pos x="f37" y="f34"/>
                </a:cxn>
                <a:cxn ang="f25">
                  <a:pos x="f35" y="f38"/>
                </a:cxn>
                <a:cxn ang="f25">
                  <a:pos x="f33" y="f34"/>
                </a:cxn>
              </a:cxnLst>
              <a:rect l="f29" t="f32" r="f30" b="f31"/>
              <a:pathLst>
                <a:path w="1113298" h="1113298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6" y="f8"/>
                    <a:pt x="f6" y="f7"/>
                  </a:cubicBezTo>
                  <a:cubicBezTo>
                    <a:pt x="f6" y="f9"/>
                    <a:pt x="f9" y="f6"/>
                    <a:pt x="f7" y="f6"/>
                  </a:cubicBezTo>
                  <a:cubicBezTo>
                    <a:pt x="f8" y="f6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171925" tIns="171925" rIns="171925" bIns="171925" anchor="ctr" anchorCtr="1" compatLnSpc="1">
              <a:noAutofit/>
            </a:bodyPr>
            <a:lstStyle/>
            <a:p>
              <a:pPr marL="0" marR="0" lvl="0" indent="0" algn="ctr" defTabSz="31115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700" b="0" i="0" u="none" strike="noStrike" kern="1200" cap="none" spc="0" baseline="0">
                  <a:solidFill>
                    <a:srgbClr val="000000"/>
                  </a:solidFill>
                  <a:uFillTx/>
                  <a:latin typeface="Sagona Book"/>
                </a:rPr>
                <a:t>Personalisation</a:t>
              </a:r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A76B69DA-FCD2-C930-74D0-5BD29C886A8F}"/>
                </a:ext>
              </a:extLst>
            </p:cNvPr>
            <p:cNvSpPr/>
            <p:nvPr/>
          </p:nvSpPr>
          <p:spPr>
            <a:xfrm>
              <a:off x="8569071" y="5284902"/>
              <a:ext cx="1113300" cy="11133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13298"/>
                <a:gd name="f7" fmla="val 556649"/>
                <a:gd name="f8" fmla="val 249220"/>
                <a:gd name="f9" fmla="val 864078"/>
                <a:gd name="f10" fmla="+- 0 0 -90"/>
                <a:gd name="f11" fmla="*/ f3 1 1113298"/>
                <a:gd name="f12" fmla="*/ f4 1 1113298"/>
                <a:gd name="f13" fmla="+- f6 0 f5"/>
                <a:gd name="f14" fmla="*/ f10 f0 1"/>
                <a:gd name="f15" fmla="*/ f13 1 1113298"/>
                <a:gd name="f16" fmla="*/ 0 f13 1"/>
                <a:gd name="f17" fmla="*/ 556649 f13 1"/>
                <a:gd name="f18" fmla="*/ 1113298 f13 1"/>
                <a:gd name="f19" fmla="*/ f14 1 f2"/>
                <a:gd name="f20" fmla="*/ f16 1 1113298"/>
                <a:gd name="f21" fmla="*/ f17 1 1113298"/>
                <a:gd name="f22" fmla="*/ f18 1 1113298"/>
                <a:gd name="f23" fmla="*/ f5 1 f15"/>
                <a:gd name="f24" fmla="*/ f6 1 f15"/>
                <a:gd name="f25" fmla="+- f19 0 f1"/>
                <a:gd name="f26" fmla="*/ f20 1 f15"/>
                <a:gd name="f27" fmla="*/ f21 1 f15"/>
                <a:gd name="f28" fmla="*/ f22 1 f15"/>
                <a:gd name="f29" fmla="*/ f23 f11 1"/>
                <a:gd name="f30" fmla="*/ f24 f11 1"/>
                <a:gd name="f31" fmla="*/ f24 f12 1"/>
                <a:gd name="f32" fmla="*/ f23 f12 1"/>
                <a:gd name="f33" fmla="*/ f26 f11 1"/>
                <a:gd name="f34" fmla="*/ f27 f12 1"/>
                <a:gd name="f35" fmla="*/ f27 f11 1"/>
                <a:gd name="f36" fmla="*/ f26 f12 1"/>
                <a:gd name="f37" fmla="*/ f28 f11 1"/>
                <a:gd name="f38" fmla="*/ f28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33" y="f34"/>
                </a:cxn>
                <a:cxn ang="f25">
                  <a:pos x="f35" y="f36"/>
                </a:cxn>
                <a:cxn ang="f25">
                  <a:pos x="f37" y="f34"/>
                </a:cxn>
                <a:cxn ang="f25">
                  <a:pos x="f35" y="f38"/>
                </a:cxn>
                <a:cxn ang="f25">
                  <a:pos x="f33" y="f34"/>
                </a:cxn>
              </a:cxnLst>
              <a:rect l="f29" t="f32" r="f30" b="f31"/>
              <a:pathLst>
                <a:path w="1113298" h="1113298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6" y="f8"/>
                    <a:pt x="f6" y="f7"/>
                  </a:cubicBezTo>
                  <a:cubicBezTo>
                    <a:pt x="f6" y="f9"/>
                    <a:pt x="f9" y="f6"/>
                    <a:pt x="f7" y="f6"/>
                  </a:cubicBezTo>
                  <a:cubicBezTo>
                    <a:pt x="f8" y="f6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171925" tIns="171925" rIns="171925" bIns="171925" anchor="ctr" anchorCtr="1" compatLnSpc="1">
              <a:noAutofit/>
            </a:bodyPr>
            <a:lstStyle/>
            <a:p>
              <a:pPr marL="0" marR="0" lvl="0" indent="0" algn="ctr" defTabSz="31115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700" b="0" i="0" u="none" strike="noStrike" kern="1200" cap="none" spc="0" baseline="0">
                  <a:solidFill>
                    <a:srgbClr val="000000"/>
                  </a:solidFill>
                  <a:uFillTx/>
                  <a:latin typeface="Sagona Book"/>
                </a:rPr>
                <a:t>Engagement gains</a:t>
              </a: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B35D1C9B-C66F-5D09-A57E-0FC40879AEF3}"/>
                </a:ext>
              </a:extLst>
            </p:cNvPr>
            <p:cNvSpPr/>
            <p:nvPr/>
          </p:nvSpPr>
          <p:spPr>
            <a:xfrm>
              <a:off x="6882899" y="3598721"/>
              <a:ext cx="1113300" cy="11133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13298"/>
                <a:gd name="f7" fmla="val 556649"/>
                <a:gd name="f8" fmla="val 249220"/>
                <a:gd name="f9" fmla="val 864078"/>
                <a:gd name="f10" fmla="+- 0 0 -90"/>
                <a:gd name="f11" fmla="*/ f3 1 1113298"/>
                <a:gd name="f12" fmla="*/ f4 1 1113298"/>
                <a:gd name="f13" fmla="+- f6 0 f5"/>
                <a:gd name="f14" fmla="*/ f10 f0 1"/>
                <a:gd name="f15" fmla="*/ f13 1 1113298"/>
                <a:gd name="f16" fmla="*/ 0 f13 1"/>
                <a:gd name="f17" fmla="*/ 556649 f13 1"/>
                <a:gd name="f18" fmla="*/ 1113298 f13 1"/>
                <a:gd name="f19" fmla="*/ f14 1 f2"/>
                <a:gd name="f20" fmla="*/ f16 1 1113298"/>
                <a:gd name="f21" fmla="*/ f17 1 1113298"/>
                <a:gd name="f22" fmla="*/ f18 1 1113298"/>
                <a:gd name="f23" fmla="*/ f5 1 f15"/>
                <a:gd name="f24" fmla="*/ f6 1 f15"/>
                <a:gd name="f25" fmla="+- f19 0 f1"/>
                <a:gd name="f26" fmla="*/ f20 1 f15"/>
                <a:gd name="f27" fmla="*/ f21 1 f15"/>
                <a:gd name="f28" fmla="*/ f22 1 f15"/>
                <a:gd name="f29" fmla="*/ f23 f11 1"/>
                <a:gd name="f30" fmla="*/ f24 f11 1"/>
                <a:gd name="f31" fmla="*/ f24 f12 1"/>
                <a:gd name="f32" fmla="*/ f23 f12 1"/>
                <a:gd name="f33" fmla="*/ f26 f11 1"/>
                <a:gd name="f34" fmla="*/ f27 f12 1"/>
                <a:gd name="f35" fmla="*/ f27 f11 1"/>
                <a:gd name="f36" fmla="*/ f26 f12 1"/>
                <a:gd name="f37" fmla="*/ f28 f11 1"/>
                <a:gd name="f38" fmla="*/ f28 f12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5">
                  <a:pos x="f33" y="f34"/>
                </a:cxn>
                <a:cxn ang="f25">
                  <a:pos x="f35" y="f36"/>
                </a:cxn>
                <a:cxn ang="f25">
                  <a:pos x="f37" y="f34"/>
                </a:cxn>
                <a:cxn ang="f25">
                  <a:pos x="f35" y="f38"/>
                </a:cxn>
                <a:cxn ang="f25">
                  <a:pos x="f33" y="f34"/>
                </a:cxn>
              </a:cxnLst>
              <a:rect l="f29" t="f32" r="f30" b="f31"/>
              <a:pathLst>
                <a:path w="1113298" h="1113298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6" y="f8"/>
                    <a:pt x="f6" y="f7"/>
                  </a:cubicBezTo>
                  <a:cubicBezTo>
                    <a:pt x="f6" y="f9"/>
                    <a:pt x="f9" y="f6"/>
                    <a:pt x="f7" y="f6"/>
                  </a:cubicBezTo>
                  <a:cubicBezTo>
                    <a:pt x="f8" y="f6"/>
                    <a:pt x="f5" y="f9"/>
                    <a:pt x="f5" y="f7"/>
                  </a:cubicBezTo>
                  <a:close/>
                </a:path>
              </a:pathLst>
            </a:custGeom>
            <a:solidFill>
              <a:srgbClr val="FFFFFF"/>
            </a:solidFill>
            <a:ln w="12701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171925" tIns="171925" rIns="171925" bIns="171925" anchor="ctr" anchorCtr="1" compatLnSpc="1">
              <a:noAutofit/>
            </a:bodyPr>
            <a:lstStyle/>
            <a:p>
              <a:pPr marL="0" marR="0" lvl="0" indent="0" algn="ctr" defTabSz="311152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700" b="0" i="0" u="none" strike="noStrike" kern="1200" cap="none" spc="0" baseline="0">
                  <a:solidFill>
                    <a:srgbClr val="000000"/>
                  </a:solidFill>
                  <a:uFillTx/>
                  <a:latin typeface="Sagona Book"/>
                </a:rPr>
                <a:t>Accessibility Equity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B02E1-4275-EB7F-E5A6-AADC21A66CB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E"/>
              <a:t>Challenges &amp; Limitations</a:t>
            </a:r>
          </a:p>
        </p:txBody>
      </p:sp>
      <p:graphicFrame>
        <p:nvGraphicFramePr>
          <p:cNvPr id="3" name="Content Placeholder 5">
            <a:extLst>
              <a:ext uri="{FF2B5EF4-FFF2-40B4-BE49-F238E27FC236}">
                <a16:creationId xmlns:a16="http://schemas.microsoft.com/office/drawing/2014/main" id="{9DC531DF-FAB6-2BF1-CCB1-B700A0FB888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3" y="2103440"/>
          <a:ext cx="10058400" cy="3611550"/>
        </p:xfrm>
        <a:graphic>
          <a:graphicData uri="http://schemas.openxmlformats.org/drawingml/2006/table">
            <a:tbl>
              <a:tblPr firstRow="1" bandRow="1">
                <a:effectLst/>
                <a:tableStyleId>{D7AC3CCA-C797-4891-BE02-D94E43425B78}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3097267704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667886778"/>
                    </a:ext>
                  </a:extLst>
                </a:gridCol>
              </a:tblGrid>
              <a:tr h="722311">
                <a:tc>
                  <a:txBody>
                    <a:bodyPr/>
                    <a:lstStyle/>
                    <a:p>
                      <a:pPr lvl="0"/>
                      <a:r>
                        <a:rPr lang="en-IE"/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E"/>
                        <a:t>Evidence from Studies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053146"/>
                  </a:ext>
                </a:extLst>
              </a:tr>
              <a:tr h="722311">
                <a:tc>
                  <a:txBody>
                    <a:bodyPr/>
                    <a:lstStyle/>
                    <a:p>
                      <a:pPr lvl="0"/>
                      <a:r>
                        <a:rPr lang="en-IE"/>
                        <a:t>Over-reliance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/>
                        <a:t>Lower grades with heavy LLM use </a:t>
                      </a:r>
                      <a:r>
                        <a:rPr lang="en-IE"/>
                        <a:t>(Jošt et al.)</a:t>
                      </a:r>
                      <a:endParaRPr lang="en-IE" i="1">
                        <a:latin typeface="Times New Roman" pitchFamily="18"/>
                        <a:cs typeface="Times New Roman" pitchFamily="1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969990"/>
                  </a:ext>
                </a:extLst>
              </a:tr>
              <a:tr h="722311">
                <a:tc>
                  <a:txBody>
                    <a:bodyPr/>
                    <a:lstStyle/>
                    <a:p>
                      <a:pPr lvl="0"/>
                      <a:r>
                        <a:rPr lang="en-IE"/>
                        <a:t>Hallucination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E"/>
                        <a:t>Incorrect but confident code (Kasneci et al.)</a:t>
                      </a:r>
                      <a:endParaRPr lang="en-IE" i="1">
                        <a:latin typeface="Times New Roman" pitchFamily="18"/>
                        <a:cs typeface="Times New Roman" pitchFamily="1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961683"/>
                  </a:ext>
                </a:extLst>
              </a:tr>
              <a:tr h="722311">
                <a:tc>
                  <a:txBody>
                    <a:bodyPr/>
                    <a:lstStyle/>
                    <a:p>
                      <a:pPr lvl="0"/>
                      <a:r>
                        <a:rPr lang="en-IE"/>
                        <a:t>Academic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E"/>
                        <a:t>AI-generated solutions 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542664"/>
                  </a:ext>
                </a:extLst>
              </a:tr>
              <a:tr h="722311">
                <a:tc>
                  <a:txBody>
                    <a:bodyPr/>
                    <a:lstStyle/>
                    <a:p>
                      <a:pPr lvl="0"/>
                      <a:r>
                        <a:rPr lang="en-IE"/>
                        <a:t>Bias &amp; 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IE"/>
                        <a:t>Limited explainability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3363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D72F-80A4-D94C-AC2A-E4C400155B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2422" y="597441"/>
            <a:ext cx="10058400" cy="1371600"/>
          </a:xfrm>
        </p:spPr>
        <p:txBody>
          <a:bodyPr/>
          <a:lstStyle/>
          <a:p>
            <a:pPr lvl="0"/>
            <a:r>
              <a:rPr lang="en-GB"/>
              <a:t>Negative Learning Outcomes Associated with LLM Dependence</a:t>
            </a:r>
            <a:endParaRPr lang="en-IE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3F45C19-F76F-96B9-41E8-89B07786CBE8}"/>
              </a:ext>
            </a:extLst>
          </p:cNvPr>
          <p:cNvSpPr/>
          <p:nvPr/>
        </p:nvSpPr>
        <p:spPr>
          <a:xfrm>
            <a:off x="619762" y="2275841"/>
            <a:ext cx="6502398" cy="3811447"/>
          </a:xfrm>
          <a:prstGeom prst="rect">
            <a:avLst/>
          </a:prstGeom>
          <a:solidFill>
            <a:srgbClr val="F2F2F2"/>
          </a:solidFill>
          <a:ln w="19046" cap="flat">
            <a:solidFill>
              <a:srgbClr val="042433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2DB9A73-F130-CB1F-93D3-C823F8B48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22" y="2452365"/>
            <a:ext cx="6140031" cy="23025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AA80FE7F-A0FD-FBFE-5745-4D417C329AF6}"/>
              </a:ext>
            </a:extLst>
          </p:cNvPr>
          <p:cNvSpPr txBox="1"/>
          <p:nvPr/>
        </p:nvSpPr>
        <p:spPr>
          <a:xfrm>
            <a:off x="802422" y="4761591"/>
            <a:ext cx="4013201" cy="60016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1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Jošt, G., Taneski, V. &amp; Karakatič, S. (2024). The Impact of Large Language Models on Programming Education and Student Learning Outcomes.</a:t>
            </a:r>
            <a:endParaRPr lang="en-IE" sz="1100" b="0" i="0" u="none" strike="noStrike" kern="1200" cap="none" spc="0" baseline="0">
              <a:solidFill>
                <a:srgbClr val="000000"/>
              </a:solidFill>
              <a:uFillTx/>
              <a:latin typeface="Times New Roman" pitchFamily="18"/>
              <a:cs typeface="Times New Roman" pitchFamily="1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ABA8F-77D3-E6DA-AEE1-F6D3445F111D}"/>
              </a:ext>
            </a:extLst>
          </p:cNvPr>
          <p:cNvSpPr txBox="1"/>
          <p:nvPr/>
        </p:nvSpPr>
        <p:spPr>
          <a:xfrm>
            <a:off x="7304821" y="2887858"/>
            <a:ext cx="4267422" cy="30469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Heavy LLM usage led to lower grade overall.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Most harmful:</a:t>
            </a:r>
            <a:r>
              <a:rPr lang="en-IE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relying on LLMs for code generation.</a:t>
            </a:r>
            <a:endParaRPr lang="en-IE" sz="16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Also harmful:</a:t>
            </a:r>
            <a:r>
              <a:rPr lang="en-IE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using LLMs for lots of debugging.</a:t>
            </a:r>
            <a:endParaRPr lang="en-IE" sz="1600" b="1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Least harmful:</a:t>
            </a:r>
            <a:r>
              <a:rPr lang="en-IE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using LLMs for extra explanations.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6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Students who used LLMs </a:t>
            </a:r>
            <a:r>
              <a:rPr lang="en-IE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more frequently </a:t>
            </a:r>
            <a:r>
              <a:rPr lang="en-IE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across all tasks showed a </a:t>
            </a:r>
            <a:r>
              <a:rPr lang="en-IE" sz="16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downward grade </a:t>
            </a:r>
            <a:r>
              <a:rPr lang="en-IE" sz="16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trend.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F8F67D-6137-3DBE-E2DF-9FABAA32015B}"/>
              </a:ext>
            </a:extLst>
          </p:cNvPr>
          <p:cNvSpPr txBox="1"/>
          <p:nvPr/>
        </p:nvSpPr>
        <p:spPr>
          <a:xfrm>
            <a:off x="7450668" y="2166844"/>
            <a:ext cx="1451235" cy="523219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2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Results: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30E17A2F-7E20-49A5-2D51-6B1BFC6D2DD3}"/>
              </a:ext>
            </a:extLst>
          </p:cNvPr>
          <p:cNvCxnSpPr/>
          <p:nvPr/>
        </p:nvCxnSpPr>
        <p:spPr>
          <a:xfrm>
            <a:off x="7399864" y="2777069"/>
            <a:ext cx="4013201" cy="0"/>
          </a:xfrm>
          <a:prstGeom prst="straightConnector1">
            <a:avLst/>
          </a:prstGeom>
          <a:noFill/>
          <a:ln w="19046" cap="flat">
            <a:solidFill>
              <a:srgbClr val="000000"/>
            </a:solidFill>
            <a:custDash>
              <a:ds d="300063" sp="300063"/>
            </a:custDash>
            <a:round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EA3C1-C59A-2A0E-49F7-23890E37B3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8798" y="244153"/>
            <a:ext cx="10058400" cy="1371600"/>
          </a:xfrm>
        </p:spPr>
        <p:txBody>
          <a:bodyPr/>
          <a:lstStyle/>
          <a:p>
            <a:pPr lvl="0"/>
            <a:r>
              <a:rPr lang="en-IE"/>
              <a:t>Impact on Learning Outcomes</a:t>
            </a:r>
          </a:p>
        </p:txBody>
      </p:sp>
      <p:graphicFrame>
        <p:nvGraphicFramePr>
          <p:cNvPr id="3" name="Content Placeholder 10">
            <a:extLst>
              <a:ext uri="{FF2B5EF4-FFF2-40B4-BE49-F238E27FC236}">
                <a16:creationId xmlns:a16="http://schemas.microsoft.com/office/drawing/2014/main" id="{C1850BA1-6DA1-DA18-57D8-7B69649A2B4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3662" y="1314678"/>
          <a:ext cx="10058400" cy="3849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11">
            <a:extLst>
              <a:ext uri="{FF2B5EF4-FFF2-40B4-BE49-F238E27FC236}">
                <a16:creationId xmlns:a16="http://schemas.microsoft.com/office/drawing/2014/main" id="{7CAB172D-67DC-DD33-889F-59A191CF02D6}"/>
              </a:ext>
            </a:extLst>
          </p:cNvPr>
          <p:cNvSpPr txBox="1"/>
          <p:nvPr/>
        </p:nvSpPr>
        <p:spPr>
          <a:xfrm>
            <a:off x="9133841" y="545238"/>
            <a:ext cx="2499356" cy="76944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100" b="0" i="1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cs typeface="Times New Roman" pitchFamily="18"/>
              </a:rPr>
              <a:t>Data derived from: Jacobs (2024); Deriba (2023); Leinonen (2022); Jošt et al. (2023); Kasneci (2023); Yousef (2025);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09EFF5-8E83-F697-086E-67DEBDC9B8B1}"/>
              </a:ext>
            </a:extLst>
          </p:cNvPr>
          <p:cNvSpPr txBox="1"/>
          <p:nvPr/>
        </p:nvSpPr>
        <p:spPr>
          <a:xfrm>
            <a:off x="558798" y="5228850"/>
            <a:ext cx="3361270" cy="138499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Short-Term Improvements:</a:t>
            </a:r>
            <a:r>
              <a:rPr lang="en-IE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</a:t>
            </a:r>
            <a:r>
              <a: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LLMs boost </a:t>
            </a:r>
            <a:r>
              <a:rPr lang="en-GB" sz="1400" b="0" i="0" u="sng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immediate</a:t>
            </a:r>
            <a:r>
              <a: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performance by helping students fix errors </a:t>
            </a:r>
            <a:r>
              <a:rPr lang="en-GB" sz="1400" b="0" i="0" u="sng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faster</a:t>
            </a:r>
            <a:r>
              <a: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, understand syntax </a:t>
            </a:r>
            <a:r>
              <a:rPr lang="en-GB" sz="1400" b="0" i="0" u="sng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quickly</a:t>
            </a:r>
            <a:r>
              <a: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, and complete tasks more efficiently.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IE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F00135-AD31-38CA-D7F4-DCEA00A7E5C7}"/>
              </a:ext>
            </a:extLst>
          </p:cNvPr>
          <p:cNvSpPr txBox="1"/>
          <p:nvPr/>
        </p:nvSpPr>
        <p:spPr>
          <a:xfrm>
            <a:off x="4415363" y="5228850"/>
            <a:ext cx="3361270" cy="9541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Long-Term Concerns:</a:t>
            </a:r>
            <a:r>
              <a:rPr lang="en-IE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</a:t>
            </a:r>
            <a:r>
              <a: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But heavy reliance can </a:t>
            </a:r>
            <a:r>
              <a:rPr lang="en-GB" sz="1400" b="0" i="0" u="sng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weaken</a:t>
            </a:r>
            <a:r>
              <a: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problem-solving skills, </a:t>
            </a:r>
            <a:r>
              <a:rPr lang="en-GB" sz="1400" b="0" i="1" u="sng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lower</a:t>
            </a:r>
            <a:r>
              <a: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exam scores, and </a:t>
            </a:r>
            <a:r>
              <a:rPr lang="en-GB" sz="1400" b="0" i="0" u="sng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reduce</a:t>
            </a:r>
            <a:r>
              <a: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independent debugging ability.</a:t>
            </a:r>
            <a:endParaRPr lang="en-IE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AEEDFB-9EDE-2564-3CF7-38D4A681B5F5}"/>
              </a:ext>
            </a:extLst>
          </p:cNvPr>
          <p:cNvSpPr txBox="1"/>
          <p:nvPr/>
        </p:nvSpPr>
        <p:spPr>
          <a:xfrm>
            <a:off x="8271936" y="5228850"/>
            <a:ext cx="3361270" cy="9541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400" b="1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Mixed Outcomes: </a:t>
            </a:r>
            <a:r>
              <a: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Some studies show </a:t>
            </a:r>
            <a:r>
              <a:rPr lang="en-GB" sz="1400" b="0" i="0" u="sng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benefits</a:t>
            </a:r>
            <a:r>
              <a: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only when use is guided. Unguided use leads to </a:t>
            </a:r>
            <a:r>
              <a:rPr lang="en-GB" sz="1400" b="0" i="0" u="sng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shallow</a:t>
            </a:r>
            <a:r>
              <a:rPr lang="en-GB" sz="14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 understanding and misconceptions.</a:t>
            </a:r>
            <a:endParaRPr lang="en-IE" sz="14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34B5A007-3A5A-0D62-1AE5-5EF4F7C4F95B}"/>
              </a:ext>
            </a:extLst>
          </p:cNvPr>
          <p:cNvCxnSpPr/>
          <p:nvPr/>
        </p:nvCxnSpPr>
        <p:spPr>
          <a:xfrm>
            <a:off x="4072463" y="5308604"/>
            <a:ext cx="0" cy="948260"/>
          </a:xfrm>
          <a:prstGeom prst="straightConnector1">
            <a:avLst/>
          </a:prstGeom>
          <a:noFill/>
          <a:ln w="19046" cap="flat">
            <a:solidFill>
              <a:srgbClr val="7F7F7F"/>
            </a:solidFill>
            <a:custDash>
              <a:ds d="300063" sp="300063"/>
            </a:custDash>
            <a:round/>
          </a:ln>
        </p:spPr>
      </p:cxnSp>
      <p:cxnSp>
        <p:nvCxnSpPr>
          <p:cNvPr id="9" name="Straight Connector 10">
            <a:extLst>
              <a:ext uri="{FF2B5EF4-FFF2-40B4-BE49-F238E27FC236}">
                <a16:creationId xmlns:a16="http://schemas.microsoft.com/office/drawing/2014/main" id="{F0529FBB-B612-E9B5-1A4A-3395B72662B7}"/>
              </a:ext>
            </a:extLst>
          </p:cNvPr>
          <p:cNvCxnSpPr/>
          <p:nvPr/>
        </p:nvCxnSpPr>
        <p:spPr>
          <a:xfrm>
            <a:off x="7967130" y="5308604"/>
            <a:ext cx="0" cy="948260"/>
          </a:xfrm>
          <a:prstGeom prst="straightConnector1">
            <a:avLst/>
          </a:prstGeom>
          <a:noFill/>
          <a:ln w="19046" cap="flat">
            <a:solidFill>
              <a:srgbClr val="7F7F7F"/>
            </a:solidFill>
            <a:custDash>
              <a:ds d="300063" sp="300063"/>
            </a:custDash>
            <a:round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6B986-19F1-B72D-CC3A-D6496F08B0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7726" y="413994"/>
            <a:ext cx="10058400" cy="1371600"/>
          </a:xfrm>
        </p:spPr>
        <p:txBody>
          <a:bodyPr/>
          <a:lstStyle/>
          <a:p>
            <a:pPr lvl="0"/>
            <a:r>
              <a:rPr lang="en-IE"/>
              <a:t>Future Research Direction</a:t>
            </a:r>
          </a:p>
        </p:txBody>
      </p:sp>
      <p:grpSp>
        <p:nvGrpSpPr>
          <p:cNvPr id="3" name="Diagram 18">
            <a:extLst>
              <a:ext uri="{FF2B5EF4-FFF2-40B4-BE49-F238E27FC236}">
                <a16:creationId xmlns:a16="http://schemas.microsoft.com/office/drawing/2014/main" id="{9BA49DC4-254F-EE8D-2A65-FDA54F8D919D}"/>
              </a:ext>
            </a:extLst>
          </p:cNvPr>
          <p:cNvGrpSpPr/>
          <p:nvPr/>
        </p:nvGrpSpPr>
        <p:grpSpPr>
          <a:xfrm>
            <a:off x="649882" y="1672291"/>
            <a:ext cx="10722894" cy="4543113"/>
            <a:chOff x="649882" y="1672291"/>
            <a:chExt cx="10722894" cy="4543113"/>
          </a:xfrm>
        </p:grpSpPr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3C7D6A03-9632-EC08-EC94-5FF5DB2CA067}"/>
                </a:ext>
              </a:extLst>
            </p:cNvPr>
            <p:cNvSpPr/>
            <p:nvPr/>
          </p:nvSpPr>
          <p:spPr>
            <a:xfrm>
              <a:off x="4318830" y="2877991"/>
              <a:ext cx="1692499" cy="175674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692498"/>
                <a:gd name="f4" fmla="val 175674"/>
                <a:gd name="f5" fmla="*/ f0 1 1692498"/>
                <a:gd name="f6" fmla="*/ f1 1 175674"/>
                <a:gd name="f7" fmla="+- f4 0 f2"/>
                <a:gd name="f8" fmla="+- f3 0 f2"/>
                <a:gd name="f9" fmla="*/ f8 1 1692498"/>
                <a:gd name="f10" fmla="*/ f7 1 175674"/>
                <a:gd name="f11" fmla="*/ 0 1 f9"/>
                <a:gd name="f12" fmla="*/ 1692498 1 f9"/>
                <a:gd name="f13" fmla="*/ 0 1 f10"/>
                <a:gd name="f14" fmla="*/ 175674 1 f10"/>
                <a:gd name="f15" fmla="*/ f11 f5 1"/>
                <a:gd name="f16" fmla="*/ f12 f5 1"/>
                <a:gd name="f17" fmla="*/ f14 f6 1"/>
                <a:gd name="f18" fmla="*/ f13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5" t="f18" r="f16" b="f17"/>
              <a:pathLst>
                <a:path w="1692498" h="175674">
                  <a:moveTo>
                    <a:pt x="f2" y="f2"/>
                  </a:moveTo>
                  <a:lnTo>
                    <a:pt x="f3" y="f2"/>
                  </a:lnTo>
                  <a:lnTo>
                    <a:pt x="f3" y="f4"/>
                  </a:lnTo>
                </a:path>
              </a:pathLst>
            </a:custGeom>
            <a:noFill/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89596D9D-F9A8-61AF-E69D-594266AF601A}"/>
                </a:ext>
              </a:extLst>
            </p:cNvPr>
            <p:cNvSpPr/>
            <p:nvPr/>
          </p:nvSpPr>
          <p:spPr>
            <a:xfrm>
              <a:off x="4318830" y="2596786"/>
              <a:ext cx="1089096" cy="281205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089095"/>
                <a:gd name="f4" fmla="val 281204"/>
                <a:gd name="f5" fmla="*/ f0 1 1089095"/>
                <a:gd name="f6" fmla="*/ f1 1 281204"/>
                <a:gd name="f7" fmla="+- f4 0 f2"/>
                <a:gd name="f8" fmla="+- f3 0 f2"/>
                <a:gd name="f9" fmla="*/ f8 1 1089095"/>
                <a:gd name="f10" fmla="*/ f7 1 281204"/>
                <a:gd name="f11" fmla="*/ 0 1 f9"/>
                <a:gd name="f12" fmla="*/ 1089095 1 f9"/>
                <a:gd name="f13" fmla="*/ 0 1 f10"/>
                <a:gd name="f14" fmla="*/ 281204 1 f10"/>
                <a:gd name="f15" fmla="*/ f11 f5 1"/>
                <a:gd name="f16" fmla="*/ f12 f5 1"/>
                <a:gd name="f17" fmla="*/ f14 f6 1"/>
                <a:gd name="f18" fmla="*/ f13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5" t="f18" r="f16" b="f17"/>
              <a:pathLst>
                <a:path w="1089095" h="281204">
                  <a:moveTo>
                    <a:pt x="f2" y="f4"/>
                  </a:moveTo>
                  <a:lnTo>
                    <a:pt x="f3" y="f4"/>
                  </a:lnTo>
                  <a:lnTo>
                    <a:pt x="f3" y="f2"/>
                  </a:lnTo>
                </a:path>
              </a:pathLst>
            </a:custGeom>
            <a:noFill/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6" name="Free-form: Shape 5">
              <a:extLst>
                <a:ext uri="{FF2B5EF4-FFF2-40B4-BE49-F238E27FC236}">
                  <a16:creationId xmlns:a16="http://schemas.microsoft.com/office/drawing/2014/main" id="{1F480B0D-01EC-270F-005F-C8BCC464021D}"/>
                </a:ext>
              </a:extLst>
            </p:cNvPr>
            <p:cNvSpPr/>
            <p:nvPr/>
          </p:nvSpPr>
          <p:spPr>
            <a:xfrm>
              <a:off x="2498662" y="3159928"/>
              <a:ext cx="895782" cy="573164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895787"/>
                <a:gd name="f4" fmla="val 573161"/>
                <a:gd name="f5" fmla="*/ f0 1 895787"/>
                <a:gd name="f6" fmla="*/ f1 1 573161"/>
                <a:gd name="f7" fmla="+- f4 0 f2"/>
                <a:gd name="f8" fmla="+- f3 0 f2"/>
                <a:gd name="f9" fmla="*/ f8 1 895787"/>
                <a:gd name="f10" fmla="*/ f7 1 573161"/>
                <a:gd name="f11" fmla="*/ 0 1 f9"/>
                <a:gd name="f12" fmla="*/ 895787 1 f9"/>
                <a:gd name="f13" fmla="*/ 0 1 f10"/>
                <a:gd name="f14" fmla="*/ 573161 1 f10"/>
                <a:gd name="f15" fmla="*/ f11 f5 1"/>
                <a:gd name="f16" fmla="*/ f12 f5 1"/>
                <a:gd name="f17" fmla="*/ f14 f6 1"/>
                <a:gd name="f18" fmla="*/ f13 f6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5" t="f18" r="f16" b="f17"/>
              <a:pathLst>
                <a:path w="895787" h="573161">
                  <a:moveTo>
                    <a:pt x="f2" y="f4"/>
                  </a:moveTo>
                  <a:lnTo>
                    <a:pt x="f3" y="f4"/>
                  </a:lnTo>
                  <a:lnTo>
                    <a:pt x="f3" y="f2"/>
                  </a:lnTo>
                </a:path>
              </a:pathLst>
            </a:custGeom>
            <a:noFill/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C0C8827B-28F2-EF56-69C7-A06948330CC2}"/>
                </a:ext>
              </a:extLst>
            </p:cNvPr>
            <p:cNvSpPr/>
            <p:nvPr/>
          </p:nvSpPr>
          <p:spPr>
            <a:xfrm>
              <a:off x="7216920" y="5106082"/>
              <a:ext cx="767035" cy="827385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67038"/>
                <a:gd name="f4" fmla="val 827384"/>
                <a:gd name="f5" fmla="val 582161"/>
                <a:gd name="f6" fmla="*/ f0 1 767038"/>
                <a:gd name="f7" fmla="*/ f1 1 827384"/>
                <a:gd name="f8" fmla="+- f4 0 f2"/>
                <a:gd name="f9" fmla="+- f3 0 f2"/>
                <a:gd name="f10" fmla="*/ f9 1 767038"/>
                <a:gd name="f11" fmla="*/ f8 1 827384"/>
                <a:gd name="f12" fmla="*/ 0 1 f10"/>
                <a:gd name="f13" fmla="*/ 767038 1 f10"/>
                <a:gd name="f14" fmla="*/ 0 1 f11"/>
                <a:gd name="f15" fmla="*/ 827384 1 f11"/>
                <a:gd name="f16" fmla="*/ f12 f6 1"/>
                <a:gd name="f17" fmla="*/ f13 f6 1"/>
                <a:gd name="f18" fmla="*/ f15 f7 1"/>
                <a:gd name="f19" fmla="*/ f14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17" b="f18"/>
              <a:pathLst>
                <a:path w="767038" h="827384">
                  <a:moveTo>
                    <a:pt x="f2" y="f2"/>
                  </a:moveTo>
                  <a:lnTo>
                    <a:pt x="f5" y="f2"/>
                  </a:lnTo>
                  <a:lnTo>
                    <a:pt x="f5" y="f4"/>
                  </a:lnTo>
                  <a:lnTo>
                    <a:pt x="f3" y="f4"/>
                  </a:lnTo>
                </a:path>
              </a:pathLst>
            </a:custGeom>
            <a:noFill/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7E9992C5-2849-DC98-42F4-BE682CD86DA8}"/>
                </a:ext>
              </a:extLst>
            </p:cNvPr>
            <p:cNvSpPr/>
            <p:nvPr/>
          </p:nvSpPr>
          <p:spPr>
            <a:xfrm>
              <a:off x="7216920" y="5060362"/>
              <a:ext cx="2171809" cy="9144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171812"/>
                <a:gd name="f4" fmla="val 91440"/>
                <a:gd name="f5" fmla="val 45720"/>
                <a:gd name="f6" fmla="val 1986935"/>
                <a:gd name="f7" fmla="val 136504"/>
                <a:gd name="f8" fmla="*/ f0 1 2171812"/>
                <a:gd name="f9" fmla="*/ f1 1 91440"/>
                <a:gd name="f10" fmla="+- f4 0 f2"/>
                <a:gd name="f11" fmla="+- f3 0 f2"/>
                <a:gd name="f12" fmla="*/ f11 1 2171812"/>
                <a:gd name="f13" fmla="*/ f10 1 91440"/>
                <a:gd name="f14" fmla="*/ 0 1 f12"/>
                <a:gd name="f15" fmla="*/ 2171812 1 f12"/>
                <a:gd name="f16" fmla="*/ 0 1 f13"/>
                <a:gd name="f17" fmla="*/ 91440 1 f13"/>
                <a:gd name="f18" fmla="*/ f14 f8 1"/>
                <a:gd name="f19" fmla="*/ f15 f8 1"/>
                <a:gd name="f20" fmla="*/ f17 f9 1"/>
                <a:gd name="f21" fmla="*/ f16 f9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8" t="f21" r="f19" b="f20"/>
              <a:pathLst>
                <a:path w="2171812" h="91440">
                  <a:moveTo>
                    <a:pt x="f2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3" y="f7"/>
                  </a:lnTo>
                </a:path>
              </a:pathLst>
            </a:custGeom>
            <a:noFill/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9" name="Free-form: Shape 8">
              <a:extLst>
                <a:ext uri="{FF2B5EF4-FFF2-40B4-BE49-F238E27FC236}">
                  <a16:creationId xmlns:a16="http://schemas.microsoft.com/office/drawing/2014/main" id="{1D79A77C-DD22-592A-EE25-6AF2DBB88259}"/>
                </a:ext>
              </a:extLst>
            </p:cNvPr>
            <p:cNvSpPr/>
            <p:nvPr/>
          </p:nvSpPr>
          <p:spPr>
            <a:xfrm>
              <a:off x="7216920" y="4371243"/>
              <a:ext cx="718919" cy="73483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718915"/>
                <a:gd name="f4" fmla="val 734841"/>
                <a:gd name="f5" fmla="val 534037"/>
                <a:gd name="f6" fmla="*/ f0 1 718915"/>
                <a:gd name="f7" fmla="*/ f1 1 734841"/>
                <a:gd name="f8" fmla="+- f4 0 f2"/>
                <a:gd name="f9" fmla="+- f3 0 f2"/>
                <a:gd name="f10" fmla="*/ f9 1 718915"/>
                <a:gd name="f11" fmla="*/ f8 1 734841"/>
                <a:gd name="f12" fmla="*/ 0 1 f10"/>
                <a:gd name="f13" fmla="*/ 718915 1 f10"/>
                <a:gd name="f14" fmla="*/ 0 1 f11"/>
                <a:gd name="f15" fmla="*/ 734841 1 f11"/>
                <a:gd name="f16" fmla="*/ f12 f6 1"/>
                <a:gd name="f17" fmla="*/ f13 f6 1"/>
                <a:gd name="f18" fmla="*/ f15 f7 1"/>
                <a:gd name="f19" fmla="*/ f14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17" b="f18"/>
              <a:pathLst>
                <a:path w="718915" h="734841">
                  <a:moveTo>
                    <a:pt x="f2" y="f4"/>
                  </a:moveTo>
                  <a:lnTo>
                    <a:pt x="f5" y="f4"/>
                  </a:lnTo>
                  <a:lnTo>
                    <a:pt x="f5" y="f2"/>
                  </a:lnTo>
                  <a:lnTo>
                    <a:pt x="f3" y="f2"/>
                  </a:lnTo>
                </a:path>
              </a:pathLst>
            </a:custGeom>
            <a:noFill/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E176F4C0-734D-5B60-640C-DF70E06BA4A5}"/>
                </a:ext>
              </a:extLst>
            </p:cNvPr>
            <p:cNvSpPr/>
            <p:nvPr/>
          </p:nvSpPr>
          <p:spPr>
            <a:xfrm>
              <a:off x="2498662" y="3733092"/>
              <a:ext cx="2869487" cy="137298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2869485"/>
                <a:gd name="f4" fmla="val 1372987"/>
                <a:gd name="f5" fmla="val 2684607"/>
                <a:gd name="f6" fmla="*/ f0 1 2869485"/>
                <a:gd name="f7" fmla="*/ f1 1 1372987"/>
                <a:gd name="f8" fmla="+- f4 0 f2"/>
                <a:gd name="f9" fmla="+- f3 0 f2"/>
                <a:gd name="f10" fmla="*/ f9 1 2869485"/>
                <a:gd name="f11" fmla="*/ f8 1 1372987"/>
                <a:gd name="f12" fmla="*/ 0 1 f10"/>
                <a:gd name="f13" fmla="*/ 2869485 1 f10"/>
                <a:gd name="f14" fmla="*/ 0 1 f11"/>
                <a:gd name="f15" fmla="*/ 1372987 1 f11"/>
                <a:gd name="f16" fmla="*/ f12 f6 1"/>
                <a:gd name="f17" fmla="*/ f13 f6 1"/>
                <a:gd name="f18" fmla="*/ f15 f7 1"/>
                <a:gd name="f19" fmla="*/ f14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17" b="f18"/>
              <a:pathLst>
                <a:path w="2869485" h="1372987">
                  <a:moveTo>
                    <a:pt x="f2" y="f2"/>
                  </a:moveTo>
                  <a:lnTo>
                    <a:pt x="f5" y="f2"/>
                  </a:lnTo>
                  <a:lnTo>
                    <a:pt x="f5" y="f4"/>
                  </a:lnTo>
                  <a:lnTo>
                    <a:pt x="f3" y="f4"/>
                  </a:lnTo>
                </a:path>
              </a:pathLst>
            </a:custGeom>
            <a:noFill/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C92FD7F9-93B6-B7C6-301A-BBB27F7496B9}"/>
                </a:ext>
              </a:extLst>
            </p:cNvPr>
            <p:cNvSpPr/>
            <p:nvPr/>
          </p:nvSpPr>
          <p:spPr>
            <a:xfrm>
              <a:off x="9154250" y="3498457"/>
              <a:ext cx="369755" cy="91440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69755"/>
                <a:gd name="f4" fmla="val 91440"/>
                <a:gd name="f5" fmla="val 45720"/>
                <a:gd name="f6" fmla="*/ f0 1 369755"/>
                <a:gd name="f7" fmla="*/ f1 1 91440"/>
                <a:gd name="f8" fmla="+- f4 0 f2"/>
                <a:gd name="f9" fmla="+- f3 0 f2"/>
                <a:gd name="f10" fmla="*/ f9 1 369755"/>
                <a:gd name="f11" fmla="*/ f8 1 91440"/>
                <a:gd name="f12" fmla="*/ 0 1 f10"/>
                <a:gd name="f13" fmla="*/ 369755 1 f10"/>
                <a:gd name="f14" fmla="*/ 0 1 f11"/>
                <a:gd name="f15" fmla="*/ 91440 1 f11"/>
                <a:gd name="f16" fmla="*/ f12 f6 1"/>
                <a:gd name="f17" fmla="*/ f13 f6 1"/>
                <a:gd name="f18" fmla="*/ f15 f7 1"/>
                <a:gd name="f19" fmla="*/ f14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17" b="f18"/>
              <a:pathLst>
                <a:path w="369755" h="91440">
                  <a:moveTo>
                    <a:pt x="f2" y="f5"/>
                  </a:moveTo>
                  <a:lnTo>
                    <a:pt x="f3" y="f5"/>
                  </a:lnTo>
                </a:path>
              </a:pathLst>
            </a:custGeom>
            <a:noFill/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2" name="Free-form: Shape 11">
              <a:extLst>
                <a:ext uri="{FF2B5EF4-FFF2-40B4-BE49-F238E27FC236}">
                  <a16:creationId xmlns:a16="http://schemas.microsoft.com/office/drawing/2014/main" id="{07A4B273-95B7-5B20-7330-DC55B27805EB}"/>
                </a:ext>
              </a:extLst>
            </p:cNvPr>
            <p:cNvSpPr/>
            <p:nvPr/>
          </p:nvSpPr>
          <p:spPr>
            <a:xfrm>
              <a:off x="2498662" y="3544177"/>
              <a:ext cx="4806817" cy="188915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4806817"/>
                <a:gd name="f4" fmla="val 188912"/>
                <a:gd name="f5" fmla="val 4621939"/>
                <a:gd name="f6" fmla="*/ f0 1 4806817"/>
                <a:gd name="f7" fmla="*/ f1 1 188912"/>
                <a:gd name="f8" fmla="+- f4 0 f2"/>
                <a:gd name="f9" fmla="+- f3 0 f2"/>
                <a:gd name="f10" fmla="*/ f9 1 4806817"/>
                <a:gd name="f11" fmla="*/ f8 1 188912"/>
                <a:gd name="f12" fmla="*/ 0 1 f10"/>
                <a:gd name="f13" fmla="*/ 4806817 1 f10"/>
                <a:gd name="f14" fmla="*/ 0 1 f11"/>
                <a:gd name="f15" fmla="*/ 188912 1 f11"/>
                <a:gd name="f16" fmla="*/ f12 f6 1"/>
                <a:gd name="f17" fmla="*/ f13 f6 1"/>
                <a:gd name="f18" fmla="*/ f15 f7 1"/>
                <a:gd name="f19" fmla="*/ f14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17" b="f18"/>
              <a:pathLst>
                <a:path w="4806817" h="188912">
                  <a:moveTo>
                    <a:pt x="f2" y="f4"/>
                  </a:moveTo>
                  <a:lnTo>
                    <a:pt x="f5" y="f4"/>
                  </a:lnTo>
                  <a:lnTo>
                    <a:pt x="f5" y="f2"/>
                  </a:lnTo>
                  <a:lnTo>
                    <a:pt x="f3" y="f2"/>
                  </a:lnTo>
                </a:path>
              </a:pathLst>
            </a:custGeom>
            <a:noFill/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DCDA3F40-3DD0-71A8-0F2B-68135C01A726}"/>
                </a:ext>
              </a:extLst>
            </p:cNvPr>
            <p:cNvSpPr/>
            <p:nvPr/>
          </p:nvSpPr>
          <p:spPr>
            <a:xfrm>
              <a:off x="9154250" y="2351717"/>
              <a:ext cx="369755" cy="39748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69755"/>
                <a:gd name="f4" fmla="val 397486"/>
                <a:gd name="f5" fmla="val 184877"/>
                <a:gd name="f6" fmla="*/ f0 1 369755"/>
                <a:gd name="f7" fmla="*/ f1 1 397486"/>
                <a:gd name="f8" fmla="+- f4 0 f2"/>
                <a:gd name="f9" fmla="+- f3 0 f2"/>
                <a:gd name="f10" fmla="*/ f9 1 369755"/>
                <a:gd name="f11" fmla="*/ f8 1 397486"/>
                <a:gd name="f12" fmla="*/ 0 1 f10"/>
                <a:gd name="f13" fmla="*/ 369755 1 f10"/>
                <a:gd name="f14" fmla="*/ 0 1 f11"/>
                <a:gd name="f15" fmla="*/ 397486 1 f11"/>
                <a:gd name="f16" fmla="*/ f12 f6 1"/>
                <a:gd name="f17" fmla="*/ f13 f6 1"/>
                <a:gd name="f18" fmla="*/ f15 f7 1"/>
                <a:gd name="f19" fmla="*/ f14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17" b="f18"/>
              <a:pathLst>
                <a:path w="369755" h="397486">
                  <a:moveTo>
                    <a:pt x="f2" y="f2"/>
                  </a:moveTo>
                  <a:lnTo>
                    <a:pt x="f5" y="f2"/>
                  </a:lnTo>
                  <a:lnTo>
                    <a:pt x="f5" y="f4"/>
                  </a:lnTo>
                  <a:lnTo>
                    <a:pt x="f3" y="f4"/>
                  </a:lnTo>
                </a:path>
              </a:pathLst>
            </a:custGeom>
            <a:noFill/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67730F83-3C16-3967-5132-8EDDCB697712}"/>
                </a:ext>
              </a:extLst>
            </p:cNvPr>
            <p:cNvSpPr/>
            <p:nvPr/>
          </p:nvSpPr>
          <p:spPr>
            <a:xfrm>
              <a:off x="9154250" y="1954237"/>
              <a:ext cx="369755" cy="397489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369755"/>
                <a:gd name="f4" fmla="val 397486"/>
                <a:gd name="f5" fmla="val 184877"/>
                <a:gd name="f6" fmla="*/ f0 1 369755"/>
                <a:gd name="f7" fmla="*/ f1 1 397486"/>
                <a:gd name="f8" fmla="+- f4 0 f2"/>
                <a:gd name="f9" fmla="+- f3 0 f2"/>
                <a:gd name="f10" fmla="*/ f9 1 369755"/>
                <a:gd name="f11" fmla="*/ f8 1 397486"/>
                <a:gd name="f12" fmla="*/ 0 1 f10"/>
                <a:gd name="f13" fmla="*/ 369755 1 f10"/>
                <a:gd name="f14" fmla="*/ 0 1 f11"/>
                <a:gd name="f15" fmla="*/ 397486 1 f11"/>
                <a:gd name="f16" fmla="*/ f12 f6 1"/>
                <a:gd name="f17" fmla="*/ f13 f6 1"/>
                <a:gd name="f18" fmla="*/ f15 f7 1"/>
                <a:gd name="f19" fmla="*/ f14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17" b="f18"/>
              <a:pathLst>
                <a:path w="369755" h="397486">
                  <a:moveTo>
                    <a:pt x="f2" y="f4"/>
                  </a:moveTo>
                  <a:lnTo>
                    <a:pt x="f5" y="f4"/>
                  </a:lnTo>
                  <a:lnTo>
                    <a:pt x="f5" y="f2"/>
                  </a:lnTo>
                  <a:lnTo>
                    <a:pt x="f3" y="f2"/>
                  </a:lnTo>
                </a:path>
              </a:pathLst>
            </a:custGeom>
            <a:noFill/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5" name="Free-form: Shape 14">
              <a:extLst>
                <a:ext uri="{FF2B5EF4-FFF2-40B4-BE49-F238E27FC236}">
                  <a16:creationId xmlns:a16="http://schemas.microsoft.com/office/drawing/2014/main" id="{310F2231-83FF-19F4-9985-E45869101239}"/>
                </a:ext>
              </a:extLst>
            </p:cNvPr>
            <p:cNvSpPr/>
            <p:nvPr/>
          </p:nvSpPr>
          <p:spPr>
            <a:xfrm>
              <a:off x="2498662" y="2351717"/>
              <a:ext cx="4806817" cy="1381374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4806817"/>
                <a:gd name="f4" fmla="val 1381372"/>
                <a:gd name="f5" fmla="val 4621939"/>
                <a:gd name="f6" fmla="*/ f0 1 4806817"/>
                <a:gd name="f7" fmla="*/ f1 1 1381372"/>
                <a:gd name="f8" fmla="+- f4 0 f2"/>
                <a:gd name="f9" fmla="+- f3 0 f2"/>
                <a:gd name="f10" fmla="*/ f9 1 4806817"/>
                <a:gd name="f11" fmla="*/ f8 1 1381372"/>
                <a:gd name="f12" fmla="*/ 0 1 f10"/>
                <a:gd name="f13" fmla="*/ 4806817 1 f10"/>
                <a:gd name="f14" fmla="*/ 0 1 f11"/>
                <a:gd name="f15" fmla="*/ 1381372 1 f11"/>
                <a:gd name="f16" fmla="*/ f12 f6 1"/>
                <a:gd name="f17" fmla="*/ f13 f6 1"/>
                <a:gd name="f18" fmla="*/ f15 f7 1"/>
                <a:gd name="f19" fmla="*/ f14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6" t="f19" r="f17" b="f18"/>
              <a:pathLst>
                <a:path w="4806817" h="1381372">
                  <a:moveTo>
                    <a:pt x="f2" y="f4"/>
                  </a:moveTo>
                  <a:lnTo>
                    <a:pt x="f5" y="f4"/>
                  </a:lnTo>
                  <a:lnTo>
                    <a:pt x="f5" y="f2"/>
                  </a:lnTo>
                  <a:lnTo>
                    <a:pt x="f3" y="f2"/>
                  </a:lnTo>
                </a:path>
              </a:pathLst>
            </a:custGeom>
            <a:noFill/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0" tIns="0" rIns="0" bIns="0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C4540345-79D0-E8CA-9540-4B298DF621B7}"/>
                </a:ext>
              </a:extLst>
            </p:cNvPr>
            <p:cNvSpPr/>
            <p:nvPr/>
          </p:nvSpPr>
          <p:spPr>
            <a:xfrm>
              <a:off x="649882" y="3451155"/>
              <a:ext cx="1848770" cy="56387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48775"/>
                <a:gd name="f7" fmla="val 563876"/>
                <a:gd name="f8" fmla="+- 0 0 -90"/>
                <a:gd name="f9" fmla="*/ f3 1 1848775"/>
                <a:gd name="f10" fmla="*/ f4 1 563876"/>
                <a:gd name="f11" fmla="+- f7 0 f5"/>
                <a:gd name="f12" fmla="+- f6 0 f5"/>
                <a:gd name="f13" fmla="*/ f8 f0 1"/>
                <a:gd name="f14" fmla="*/ f12 1 1848775"/>
                <a:gd name="f15" fmla="*/ f11 1 563876"/>
                <a:gd name="f16" fmla="*/ 0 f12 1"/>
                <a:gd name="f17" fmla="*/ 0 f11 1"/>
                <a:gd name="f18" fmla="*/ 1848775 f12 1"/>
                <a:gd name="f19" fmla="*/ 563876 f11 1"/>
                <a:gd name="f20" fmla="*/ f13 1 f2"/>
                <a:gd name="f21" fmla="*/ f16 1 1848775"/>
                <a:gd name="f22" fmla="*/ f17 1 563876"/>
                <a:gd name="f23" fmla="*/ f18 1 1848775"/>
                <a:gd name="f24" fmla="*/ f19 1 563876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848775" h="56387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8257" tIns="8257" rIns="8257" bIns="8257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3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My Literature Review</a:t>
              </a:r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EFE68C75-0556-D6B9-DBC5-B0E08A9BEDE4}"/>
                </a:ext>
              </a:extLst>
            </p:cNvPr>
            <p:cNvSpPr/>
            <p:nvPr/>
          </p:nvSpPr>
          <p:spPr>
            <a:xfrm>
              <a:off x="7305479" y="2069780"/>
              <a:ext cx="1848770" cy="56387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48775"/>
                <a:gd name="f7" fmla="val 563876"/>
                <a:gd name="f8" fmla="+- 0 0 -90"/>
                <a:gd name="f9" fmla="*/ f3 1 1848775"/>
                <a:gd name="f10" fmla="*/ f4 1 563876"/>
                <a:gd name="f11" fmla="+- f7 0 f5"/>
                <a:gd name="f12" fmla="+- f6 0 f5"/>
                <a:gd name="f13" fmla="*/ f8 f0 1"/>
                <a:gd name="f14" fmla="*/ f12 1 1848775"/>
                <a:gd name="f15" fmla="*/ f11 1 563876"/>
                <a:gd name="f16" fmla="*/ 0 f12 1"/>
                <a:gd name="f17" fmla="*/ 0 f11 1"/>
                <a:gd name="f18" fmla="*/ 1848775 f12 1"/>
                <a:gd name="f19" fmla="*/ 563876 f11 1"/>
                <a:gd name="f20" fmla="*/ f13 1 f2"/>
                <a:gd name="f21" fmla="*/ f16 1 1848775"/>
                <a:gd name="f22" fmla="*/ f17 1 563876"/>
                <a:gd name="f23" fmla="*/ f18 1 1848775"/>
                <a:gd name="f24" fmla="*/ f19 1 563876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848775" h="56387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8257" tIns="8257" rIns="8257" bIns="8257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3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LLM Reliability &amp; Integration</a:t>
              </a:r>
            </a:p>
          </p:txBody>
        </p:sp>
        <p:sp>
          <p:nvSpPr>
            <p:cNvPr id="18" name="Free-form: Shape 17">
              <a:extLst>
                <a:ext uri="{FF2B5EF4-FFF2-40B4-BE49-F238E27FC236}">
                  <a16:creationId xmlns:a16="http://schemas.microsoft.com/office/drawing/2014/main" id="{C8565541-C37C-1F61-A883-D485BF21AC89}"/>
                </a:ext>
              </a:extLst>
            </p:cNvPr>
            <p:cNvSpPr/>
            <p:nvPr/>
          </p:nvSpPr>
          <p:spPr>
            <a:xfrm>
              <a:off x="9524006" y="1672291"/>
              <a:ext cx="1848770" cy="56387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48775"/>
                <a:gd name="f7" fmla="val 563876"/>
                <a:gd name="f8" fmla="+- 0 0 -90"/>
                <a:gd name="f9" fmla="*/ f3 1 1848775"/>
                <a:gd name="f10" fmla="*/ f4 1 563876"/>
                <a:gd name="f11" fmla="+- f7 0 f5"/>
                <a:gd name="f12" fmla="+- f6 0 f5"/>
                <a:gd name="f13" fmla="*/ f8 f0 1"/>
                <a:gd name="f14" fmla="*/ f12 1 1848775"/>
                <a:gd name="f15" fmla="*/ f11 1 563876"/>
                <a:gd name="f16" fmla="*/ 0 f12 1"/>
                <a:gd name="f17" fmla="*/ 0 f11 1"/>
                <a:gd name="f18" fmla="*/ 1848775 f12 1"/>
                <a:gd name="f19" fmla="*/ 563876 f11 1"/>
                <a:gd name="f20" fmla="*/ f13 1 f2"/>
                <a:gd name="f21" fmla="*/ f16 1 1848775"/>
                <a:gd name="f22" fmla="*/ f17 1 563876"/>
                <a:gd name="f23" fmla="*/ f18 1 1848775"/>
                <a:gd name="f24" fmla="*/ f19 1 563876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848775" h="56387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8257" tIns="8257" rIns="8257" bIns="8257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3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Reducing Hallucinations</a:t>
              </a:r>
            </a:p>
          </p:txBody>
        </p:sp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A3D9BDA4-2726-43DF-820A-783A4DFE085C}"/>
                </a:ext>
              </a:extLst>
            </p:cNvPr>
            <p:cNvSpPr/>
            <p:nvPr/>
          </p:nvSpPr>
          <p:spPr>
            <a:xfrm>
              <a:off x="9524006" y="2467270"/>
              <a:ext cx="1848770" cy="56387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48775"/>
                <a:gd name="f7" fmla="val 563876"/>
                <a:gd name="f8" fmla="+- 0 0 -90"/>
                <a:gd name="f9" fmla="*/ f3 1 1848775"/>
                <a:gd name="f10" fmla="*/ f4 1 563876"/>
                <a:gd name="f11" fmla="+- f7 0 f5"/>
                <a:gd name="f12" fmla="+- f6 0 f5"/>
                <a:gd name="f13" fmla="*/ f8 f0 1"/>
                <a:gd name="f14" fmla="*/ f12 1 1848775"/>
                <a:gd name="f15" fmla="*/ f11 1 563876"/>
                <a:gd name="f16" fmla="*/ 0 f12 1"/>
                <a:gd name="f17" fmla="*/ 0 f11 1"/>
                <a:gd name="f18" fmla="*/ 1848775 f12 1"/>
                <a:gd name="f19" fmla="*/ 563876 f11 1"/>
                <a:gd name="f20" fmla="*/ f13 1 f2"/>
                <a:gd name="f21" fmla="*/ f16 1 1848775"/>
                <a:gd name="f22" fmla="*/ f17 1 563876"/>
                <a:gd name="f23" fmla="*/ f18 1 1848775"/>
                <a:gd name="f24" fmla="*/ f19 1 563876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848775" h="56387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8257" tIns="8257" rIns="8257" bIns="8257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3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IDE-Integrated Tutors</a:t>
              </a:r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CAA3D613-7169-D0FA-C72F-0A1B0BEB4CCC}"/>
                </a:ext>
              </a:extLst>
            </p:cNvPr>
            <p:cNvSpPr/>
            <p:nvPr/>
          </p:nvSpPr>
          <p:spPr>
            <a:xfrm>
              <a:off x="7305479" y="3262240"/>
              <a:ext cx="1848770" cy="56387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48775"/>
                <a:gd name="f7" fmla="val 563876"/>
                <a:gd name="f8" fmla="+- 0 0 -90"/>
                <a:gd name="f9" fmla="*/ f3 1 1848775"/>
                <a:gd name="f10" fmla="*/ f4 1 563876"/>
                <a:gd name="f11" fmla="+- f7 0 f5"/>
                <a:gd name="f12" fmla="+- f6 0 f5"/>
                <a:gd name="f13" fmla="*/ f8 f0 1"/>
                <a:gd name="f14" fmla="*/ f12 1 1848775"/>
                <a:gd name="f15" fmla="*/ f11 1 563876"/>
                <a:gd name="f16" fmla="*/ 0 f12 1"/>
                <a:gd name="f17" fmla="*/ 0 f11 1"/>
                <a:gd name="f18" fmla="*/ 1848775 f12 1"/>
                <a:gd name="f19" fmla="*/ 563876 f11 1"/>
                <a:gd name="f20" fmla="*/ f13 1 f2"/>
                <a:gd name="f21" fmla="*/ f16 1 1848775"/>
                <a:gd name="f22" fmla="*/ f17 1 563876"/>
                <a:gd name="f23" fmla="*/ f18 1 1848775"/>
                <a:gd name="f24" fmla="*/ f19 1 563876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848775" h="56387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8257" tIns="8257" rIns="8257" bIns="8257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3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Adaptive Personalisation Systems</a:t>
              </a:r>
            </a:p>
          </p:txBody>
        </p:sp>
        <p:sp>
          <p:nvSpPr>
            <p:cNvPr id="21" name="Free-form: Shape 20">
              <a:extLst>
                <a:ext uri="{FF2B5EF4-FFF2-40B4-BE49-F238E27FC236}">
                  <a16:creationId xmlns:a16="http://schemas.microsoft.com/office/drawing/2014/main" id="{1F74F6FA-79E1-8AFB-D485-10D884A0A160}"/>
                </a:ext>
              </a:extLst>
            </p:cNvPr>
            <p:cNvSpPr/>
            <p:nvPr/>
          </p:nvSpPr>
          <p:spPr>
            <a:xfrm>
              <a:off x="9524006" y="3262240"/>
              <a:ext cx="1848770" cy="56387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48775"/>
                <a:gd name="f7" fmla="val 563876"/>
                <a:gd name="f8" fmla="+- 0 0 -90"/>
                <a:gd name="f9" fmla="*/ f3 1 1848775"/>
                <a:gd name="f10" fmla="*/ f4 1 563876"/>
                <a:gd name="f11" fmla="+- f7 0 f5"/>
                <a:gd name="f12" fmla="+- f6 0 f5"/>
                <a:gd name="f13" fmla="*/ f8 f0 1"/>
                <a:gd name="f14" fmla="*/ f12 1 1848775"/>
                <a:gd name="f15" fmla="*/ f11 1 563876"/>
                <a:gd name="f16" fmla="*/ 0 f12 1"/>
                <a:gd name="f17" fmla="*/ 0 f11 1"/>
                <a:gd name="f18" fmla="*/ 1848775 f12 1"/>
                <a:gd name="f19" fmla="*/ 563876 f11 1"/>
                <a:gd name="f20" fmla="*/ f13 1 f2"/>
                <a:gd name="f21" fmla="*/ f16 1 1848775"/>
                <a:gd name="f22" fmla="*/ f17 1 563876"/>
                <a:gd name="f23" fmla="*/ f18 1 1848775"/>
                <a:gd name="f24" fmla="*/ f19 1 563876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848775" h="56387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8257" tIns="8257" rIns="8257" bIns="8257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3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Difficulty Adjustment</a:t>
              </a:r>
            </a:p>
          </p:txBody>
        </p:sp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7E4AC48A-C5E9-6BCF-D13F-F70A23102F16}"/>
                </a:ext>
              </a:extLst>
            </p:cNvPr>
            <p:cNvSpPr/>
            <p:nvPr/>
          </p:nvSpPr>
          <p:spPr>
            <a:xfrm>
              <a:off x="5368140" y="4843805"/>
              <a:ext cx="1848770" cy="52455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48775"/>
                <a:gd name="f7" fmla="val 524551"/>
                <a:gd name="f8" fmla="+- 0 0 -90"/>
                <a:gd name="f9" fmla="*/ f3 1 1848775"/>
                <a:gd name="f10" fmla="*/ f4 1 524551"/>
                <a:gd name="f11" fmla="+- f7 0 f5"/>
                <a:gd name="f12" fmla="+- f6 0 f5"/>
                <a:gd name="f13" fmla="*/ f8 f0 1"/>
                <a:gd name="f14" fmla="*/ f12 1 1848775"/>
                <a:gd name="f15" fmla="*/ f11 1 524551"/>
                <a:gd name="f16" fmla="*/ 0 f12 1"/>
                <a:gd name="f17" fmla="*/ 0 f11 1"/>
                <a:gd name="f18" fmla="*/ 1848775 f12 1"/>
                <a:gd name="f19" fmla="*/ 524551 f11 1"/>
                <a:gd name="f20" fmla="*/ f13 1 f2"/>
                <a:gd name="f21" fmla="*/ f16 1 1848775"/>
                <a:gd name="f22" fmla="*/ f17 1 524551"/>
                <a:gd name="f23" fmla="*/ f18 1 1848775"/>
                <a:gd name="f24" fmla="*/ f19 1 524551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848775" h="524551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8257" tIns="8257" rIns="8257" bIns="8257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3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Long Term Learning</a:t>
              </a:r>
            </a:p>
          </p:txBody>
        </p:sp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F227ACC2-1E3E-1E23-4EEA-F0F68386E0A4}"/>
                </a:ext>
              </a:extLst>
            </p:cNvPr>
            <p:cNvSpPr/>
            <p:nvPr/>
          </p:nvSpPr>
          <p:spPr>
            <a:xfrm>
              <a:off x="7935830" y="4089297"/>
              <a:ext cx="1848770" cy="56387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48775"/>
                <a:gd name="f7" fmla="val 563876"/>
                <a:gd name="f8" fmla="+- 0 0 -90"/>
                <a:gd name="f9" fmla="*/ f3 1 1848775"/>
                <a:gd name="f10" fmla="*/ f4 1 563876"/>
                <a:gd name="f11" fmla="+- f7 0 f5"/>
                <a:gd name="f12" fmla="+- f6 0 f5"/>
                <a:gd name="f13" fmla="*/ f8 f0 1"/>
                <a:gd name="f14" fmla="*/ f12 1 1848775"/>
                <a:gd name="f15" fmla="*/ f11 1 563876"/>
                <a:gd name="f16" fmla="*/ 0 f12 1"/>
                <a:gd name="f17" fmla="*/ 0 f11 1"/>
                <a:gd name="f18" fmla="*/ 1848775 f12 1"/>
                <a:gd name="f19" fmla="*/ 563876 f11 1"/>
                <a:gd name="f20" fmla="*/ f13 1 f2"/>
                <a:gd name="f21" fmla="*/ f16 1 1848775"/>
                <a:gd name="f22" fmla="*/ f17 1 563876"/>
                <a:gd name="f23" fmla="*/ f18 1 1848775"/>
                <a:gd name="f24" fmla="*/ f19 1 563876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848775" h="56387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8257" tIns="8257" rIns="8257" bIns="8257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3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Independent Problem-Solving</a:t>
              </a:r>
            </a:p>
          </p:txBody>
        </p:sp>
        <p:sp>
          <p:nvSpPr>
            <p:cNvPr id="24" name="Free-form: Shape 23">
              <a:extLst>
                <a:ext uri="{FF2B5EF4-FFF2-40B4-BE49-F238E27FC236}">
                  <a16:creationId xmlns:a16="http://schemas.microsoft.com/office/drawing/2014/main" id="{A7DBFE90-360C-D006-B856-0112E20E97E8}"/>
                </a:ext>
              </a:extLst>
            </p:cNvPr>
            <p:cNvSpPr/>
            <p:nvPr/>
          </p:nvSpPr>
          <p:spPr>
            <a:xfrm>
              <a:off x="9388730" y="4914927"/>
              <a:ext cx="1848770" cy="56387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48775"/>
                <a:gd name="f7" fmla="val 563876"/>
                <a:gd name="f8" fmla="+- 0 0 -90"/>
                <a:gd name="f9" fmla="*/ f3 1 1848775"/>
                <a:gd name="f10" fmla="*/ f4 1 563876"/>
                <a:gd name="f11" fmla="+- f7 0 f5"/>
                <a:gd name="f12" fmla="+- f6 0 f5"/>
                <a:gd name="f13" fmla="*/ f8 f0 1"/>
                <a:gd name="f14" fmla="*/ f12 1 1848775"/>
                <a:gd name="f15" fmla="*/ f11 1 563876"/>
                <a:gd name="f16" fmla="*/ 0 f12 1"/>
                <a:gd name="f17" fmla="*/ 0 f11 1"/>
                <a:gd name="f18" fmla="*/ 1848775 f12 1"/>
                <a:gd name="f19" fmla="*/ 563876 f11 1"/>
                <a:gd name="f20" fmla="*/ f13 1 f2"/>
                <a:gd name="f21" fmla="*/ f16 1 1848775"/>
                <a:gd name="f22" fmla="*/ f17 1 563876"/>
                <a:gd name="f23" fmla="*/ f18 1 1848775"/>
                <a:gd name="f24" fmla="*/ f19 1 563876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848775" h="56387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8257" tIns="8257" rIns="8257" bIns="8257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3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Dependent Skills</a:t>
              </a:r>
            </a:p>
          </p:txBody>
        </p:sp>
        <p:sp>
          <p:nvSpPr>
            <p:cNvPr id="25" name="Free-form: Shape 24">
              <a:extLst>
                <a:ext uri="{FF2B5EF4-FFF2-40B4-BE49-F238E27FC236}">
                  <a16:creationId xmlns:a16="http://schemas.microsoft.com/office/drawing/2014/main" id="{070682D7-88C2-A54A-FA0F-2B475D24082E}"/>
                </a:ext>
              </a:extLst>
            </p:cNvPr>
            <p:cNvSpPr/>
            <p:nvPr/>
          </p:nvSpPr>
          <p:spPr>
            <a:xfrm>
              <a:off x="7983955" y="5651531"/>
              <a:ext cx="1848770" cy="56387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48775"/>
                <a:gd name="f7" fmla="val 563876"/>
                <a:gd name="f8" fmla="+- 0 0 -90"/>
                <a:gd name="f9" fmla="*/ f3 1 1848775"/>
                <a:gd name="f10" fmla="*/ f4 1 563876"/>
                <a:gd name="f11" fmla="+- f7 0 f5"/>
                <a:gd name="f12" fmla="+- f6 0 f5"/>
                <a:gd name="f13" fmla="*/ f8 f0 1"/>
                <a:gd name="f14" fmla="*/ f12 1 1848775"/>
                <a:gd name="f15" fmla="*/ f11 1 563876"/>
                <a:gd name="f16" fmla="*/ 0 f12 1"/>
                <a:gd name="f17" fmla="*/ 0 f11 1"/>
                <a:gd name="f18" fmla="*/ 1848775 f12 1"/>
                <a:gd name="f19" fmla="*/ 563876 f11 1"/>
                <a:gd name="f20" fmla="*/ f13 1 f2"/>
                <a:gd name="f21" fmla="*/ f16 1 1848775"/>
                <a:gd name="f22" fmla="*/ f17 1 563876"/>
                <a:gd name="f23" fmla="*/ f18 1 1848775"/>
                <a:gd name="f24" fmla="*/ f19 1 563876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848775" h="56387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8257" tIns="8257" rIns="8257" bIns="8257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3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Concept Retention</a:t>
              </a:r>
            </a:p>
          </p:txBody>
        </p:sp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93BEA241-0ABB-7C42-5462-403252587B99}"/>
                </a:ext>
              </a:extLst>
            </p:cNvPr>
            <p:cNvSpPr/>
            <p:nvPr/>
          </p:nvSpPr>
          <p:spPr>
            <a:xfrm>
              <a:off x="2470059" y="2596054"/>
              <a:ext cx="1848770" cy="56387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48775"/>
                <a:gd name="f7" fmla="val 563876"/>
                <a:gd name="f8" fmla="+- 0 0 -90"/>
                <a:gd name="f9" fmla="*/ f3 1 1848775"/>
                <a:gd name="f10" fmla="*/ f4 1 563876"/>
                <a:gd name="f11" fmla="+- f7 0 f5"/>
                <a:gd name="f12" fmla="+- f6 0 f5"/>
                <a:gd name="f13" fmla="*/ f8 f0 1"/>
                <a:gd name="f14" fmla="*/ f12 1 1848775"/>
                <a:gd name="f15" fmla="*/ f11 1 563876"/>
                <a:gd name="f16" fmla="*/ 0 f12 1"/>
                <a:gd name="f17" fmla="*/ 0 f11 1"/>
                <a:gd name="f18" fmla="*/ 1848775 f12 1"/>
                <a:gd name="f19" fmla="*/ 563876 f11 1"/>
                <a:gd name="f20" fmla="*/ f13 1 f2"/>
                <a:gd name="f21" fmla="*/ f16 1 1848775"/>
                <a:gd name="f22" fmla="*/ f17 1 563876"/>
                <a:gd name="f23" fmla="*/ f18 1 1848775"/>
                <a:gd name="f24" fmla="*/ f19 1 563876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848775" h="56387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8257" tIns="8257" rIns="8257" bIns="8257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3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Equity, Ethics &amp; Integrity</a:t>
              </a:r>
            </a:p>
          </p:txBody>
        </p:sp>
        <p:sp>
          <p:nvSpPr>
            <p:cNvPr id="27" name="Free-form: Shape 26">
              <a:extLst>
                <a:ext uri="{FF2B5EF4-FFF2-40B4-BE49-F238E27FC236}">
                  <a16:creationId xmlns:a16="http://schemas.microsoft.com/office/drawing/2014/main" id="{5C3072BF-D167-F006-B483-287DEB4385A5}"/>
                </a:ext>
              </a:extLst>
            </p:cNvPr>
            <p:cNvSpPr/>
            <p:nvPr/>
          </p:nvSpPr>
          <p:spPr>
            <a:xfrm>
              <a:off x="4483540" y="2032912"/>
              <a:ext cx="1848770" cy="56387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48775"/>
                <a:gd name="f7" fmla="val 563876"/>
                <a:gd name="f8" fmla="+- 0 0 -90"/>
                <a:gd name="f9" fmla="*/ f3 1 1848775"/>
                <a:gd name="f10" fmla="*/ f4 1 563876"/>
                <a:gd name="f11" fmla="+- f7 0 f5"/>
                <a:gd name="f12" fmla="+- f6 0 f5"/>
                <a:gd name="f13" fmla="*/ f8 f0 1"/>
                <a:gd name="f14" fmla="*/ f12 1 1848775"/>
                <a:gd name="f15" fmla="*/ f11 1 563876"/>
                <a:gd name="f16" fmla="*/ 0 f12 1"/>
                <a:gd name="f17" fmla="*/ 0 f11 1"/>
                <a:gd name="f18" fmla="*/ 1848775 f12 1"/>
                <a:gd name="f19" fmla="*/ 563876 f11 1"/>
                <a:gd name="f20" fmla="*/ f13 1 f2"/>
                <a:gd name="f21" fmla="*/ f16 1 1848775"/>
                <a:gd name="f22" fmla="*/ f17 1 563876"/>
                <a:gd name="f23" fmla="*/ f18 1 1848775"/>
                <a:gd name="f24" fmla="*/ f19 1 563876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848775" h="56387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8257" tIns="8257" rIns="8257" bIns="8257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3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Accessibility Issues</a:t>
              </a:r>
            </a:p>
          </p:txBody>
        </p:sp>
        <p:sp>
          <p:nvSpPr>
            <p:cNvPr id="28" name="Free-form: Shape 27">
              <a:extLst>
                <a:ext uri="{FF2B5EF4-FFF2-40B4-BE49-F238E27FC236}">
                  <a16:creationId xmlns:a16="http://schemas.microsoft.com/office/drawing/2014/main" id="{1B9BF5BF-5E67-E009-9CC6-17EA6613A9DD}"/>
                </a:ext>
              </a:extLst>
            </p:cNvPr>
            <p:cNvSpPr/>
            <p:nvPr/>
          </p:nvSpPr>
          <p:spPr>
            <a:xfrm>
              <a:off x="5086944" y="3053666"/>
              <a:ext cx="1848770" cy="56387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48775"/>
                <a:gd name="f7" fmla="val 563876"/>
                <a:gd name="f8" fmla="+- 0 0 -90"/>
                <a:gd name="f9" fmla="*/ f3 1 1848775"/>
                <a:gd name="f10" fmla="*/ f4 1 563876"/>
                <a:gd name="f11" fmla="+- f7 0 f5"/>
                <a:gd name="f12" fmla="+- f6 0 f5"/>
                <a:gd name="f13" fmla="*/ f8 f0 1"/>
                <a:gd name="f14" fmla="*/ f12 1 1848775"/>
                <a:gd name="f15" fmla="*/ f11 1 563876"/>
                <a:gd name="f16" fmla="*/ 0 f12 1"/>
                <a:gd name="f17" fmla="*/ 0 f11 1"/>
                <a:gd name="f18" fmla="*/ 1848775 f12 1"/>
                <a:gd name="f19" fmla="*/ 563876 f11 1"/>
                <a:gd name="f20" fmla="*/ f13 1 f2"/>
                <a:gd name="f21" fmla="*/ f16 1 1848775"/>
                <a:gd name="f22" fmla="*/ f17 1 563876"/>
                <a:gd name="f23" fmla="*/ f18 1 1848775"/>
                <a:gd name="f24" fmla="*/ f19 1 563876"/>
                <a:gd name="f25" fmla="*/ f5 1 f14"/>
                <a:gd name="f26" fmla="*/ f6 1 f14"/>
                <a:gd name="f27" fmla="*/ f5 1 f15"/>
                <a:gd name="f28" fmla="*/ f7 1 f15"/>
                <a:gd name="f29" fmla="+- f20 0 f1"/>
                <a:gd name="f30" fmla="*/ f21 1 f14"/>
                <a:gd name="f31" fmla="*/ f22 1 f15"/>
                <a:gd name="f32" fmla="*/ f23 1 f14"/>
                <a:gd name="f33" fmla="*/ f24 1 f15"/>
                <a:gd name="f34" fmla="*/ f25 f9 1"/>
                <a:gd name="f35" fmla="*/ f26 f9 1"/>
                <a:gd name="f36" fmla="*/ f28 f10 1"/>
                <a:gd name="f37" fmla="*/ f27 f10 1"/>
                <a:gd name="f38" fmla="*/ f30 f9 1"/>
                <a:gd name="f39" fmla="*/ f31 f10 1"/>
                <a:gd name="f40" fmla="*/ f32 f9 1"/>
                <a:gd name="f41" fmla="*/ f33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38" y="f39"/>
                </a:cxn>
                <a:cxn ang="f29">
                  <a:pos x="f40" y="f39"/>
                </a:cxn>
                <a:cxn ang="f29">
                  <a:pos x="f40" y="f41"/>
                </a:cxn>
                <a:cxn ang="f29">
                  <a:pos x="f38" y="f41"/>
                </a:cxn>
                <a:cxn ang="f29">
                  <a:pos x="f38" y="f39"/>
                </a:cxn>
              </a:cxnLst>
              <a:rect l="f34" t="f37" r="f35" b="f36"/>
              <a:pathLst>
                <a:path w="1848775" h="563876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FFFFFF"/>
            </a:solidFill>
            <a:ln w="19046" cap="flat">
              <a:solidFill>
                <a:srgbClr val="000000"/>
              </a:solidFill>
              <a:prstDash val="solid"/>
              <a:miter/>
            </a:ln>
          </p:spPr>
          <p:txBody>
            <a:bodyPr vert="horz" wrap="square" lIns="8257" tIns="8257" rIns="8257" bIns="8257" anchor="ctr" anchorCtr="1" compatLnSpc="1">
              <a:noAutofit/>
            </a:bodyPr>
            <a:lstStyle/>
            <a:p>
              <a:pPr marL="0" marR="0" lvl="0" indent="0" algn="ctr" defTabSz="577845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IE" sz="1300" b="0" i="0" u="none" strike="noStrike" kern="1200" cap="none" spc="0" baseline="0">
                  <a:solidFill>
                    <a:srgbClr val="000000"/>
                  </a:solidFill>
                  <a:uFillTx/>
                  <a:latin typeface="Aptos"/>
                </a:rPr>
                <a:t>Integrity Guidelines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16C0B-A584-8BC4-408F-DF4DB5A61D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6803" y="66860"/>
            <a:ext cx="10058400" cy="1371600"/>
          </a:xfrm>
        </p:spPr>
        <p:txBody>
          <a:bodyPr anchorCtr="1"/>
          <a:lstStyle/>
          <a:p>
            <a:pPr lvl="0" algn="ctr"/>
            <a:r>
              <a:rPr lang="en-IE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1F97F-9595-29F8-E160-2C096E57C67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83678" y="1438460"/>
            <a:ext cx="10972800" cy="5461674"/>
          </a:xfrm>
        </p:spPr>
        <p:txBody>
          <a:bodyPr/>
          <a:lstStyle/>
          <a:p>
            <a:pPr lvl="0"/>
            <a:r>
              <a:rPr lang="hu-HU"/>
              <a:t>Deriba, F. G., Sanusi, I. T., &amp; Sunday, A. O. (2023). Enhancing Computer Programming Education using ChatGPT: A Mini Review. In </a:t>
            </a:r>
            <a:r>
              <a:rPr lang="hu-HU" i="1"/>
              <a:t>Proceedings of the 23rd Koli Calling International Conference on Computing Education Research (Koli Calling '23)</a:t>
            </a:r>
            <a:r>
              <a:rPr lang="hu-HU"/>
              <a:t>. ACM.</a:t>
            </a:r>
          </a:p>
          <a:p>
            <a:pPr lvl="0"/>
            <a:r>
              <a:rPr lang="hu-HU"/>
              <a:t>Finnie-Ansley, J., Denny, P., Becker, B. A., Luxton-Reilly, A., &amp; Prather, J. (2022). The Robots Are Coming: Exploring the Implications of OpenAI Codex on Introductory Programming. In </a:t>
            </a:r>
            <a:r>
              <a:rPr lang="hu-HU" i="1"/>
              <a:t>Proceedings of the 24th Australasian Computing Education Conference (ACE '22)</a:t>
            </a:r>
            <a:r>
              <a:rPr lang="hu-HU"/>
              <a:t>, February 14–18, 2022, Virtual Event, Australia (pp. 10–19). ACM. </a:t>
            </a:r>
            <a:r>
              <a:rPr lang="hu-HU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https://doi.org/10.1145/3511861.3511863</a:t>
            </a:r>
            <a:endParaRPr lang="hu-HU"/>
          </a:p>
          <a:p>
            <a:pPr lvl="0"/>
            <a:r>
              <a:rPr lang="hu-HU"/>
              <a:t>Gyöngyörű, I. K. K. (2024). The Role of AI-based Adaptive Learning Systems in Digital Education. </a:t>
            </a:r>
            <a:r>
              <a:rPr lang="hu-HU" i="1"/>
              <a:t>Journal of Applied Technical and Educational Sciences, 14</a:t>
            </a:r>
            <a:r>
              <a:rPr lang="hu-HU"/>
              <a:t>(2), Article 380. </a:t>
            </a:r>
            <a:r>
              <a:rPr lang="hu-HU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https://doi.org/10.24368/jates380</a:t>
            </a:r>
            <a:endParaRPr lang="hu-HU"/>
          </a:p>
          <a:p>
            <a:pPr lvl="0"/>
            <a:r>
              <a:rPr lang="hu-HU"/>
              <a:t>Jošt, G., Taneski, V., &amp; Karakatič, S. (2024). The Impact of Large Language Models on Programming Education and Student Learning Outcomes. </a:t>
            </a:r>
            <a:r>
              <a:rPr lang="hu-HU" i="1"/>
              <a:t>Applied Sciences, 14</a:t>
            </a:r>
            <a:r>
              <a:rPr lang="hu-HU"/>
              <a:t>(10), 4115. </a:t>
            </a:r>
            <a:r>
              <a:rPr lang="hu-HU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https://doi.org/10.3390/app14104115</a:t>
            </a:r>
            <a:endParaRPr lang="hu-HU"/>
          </a:p>
          <a:p>
            <a:pPr lvl="0"/>
            <a:r>
              <a:rPr lang="hu-HU"/>
              <a:t>Kasneci, E., Seßler, K., Küchemann, S., Bannert, M., Dementieva, D., Fischer, F., Gasser, U., Groh, G., Günnemann, S., Hüllermeier, E., Krusche, S., Kutyniok, G., Michaeli, T., Nerdel, C., Pfeffer, J., Poquet, O., Sailer, M., Schmidt, A., Seidel, T., Stadler, M., Weller, J., Kuhn, J., &amp; Kasneci, G. (2023). ChatGPT for Good? On Opportunities and Challenges of Large Language Models for Education. </a:t>
            </a:r>
            <a:r>
              <a:rPr lang="hu-HU" i="1"/>
              <a:t>Learning and Individual Differences, 103</a:t>
            </a:r>
            <a:r>
              <a:rPr lang="hu-HU"/>
              <a:t>, 102274. </a:t>
            </a:r>
            <a:r>
              <a:rPr lang="hu-HU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https://doi.org/10.1016/j.lindif.2023.102274</a:t>
            </a:r>
            <a:endParaRPr lang="hu-HU"/>
          </a:p>
          <a:p>
            <a:pPr lvl="0"/>
            <a:r>
              <a:rPr lang="hu-HU"/>
              <a:t>Leinonen, J., Hellas, A., Sarsa, S., Reeves, B., Denny, P., Prather, J., &amp; Becker, B. A. (2023). Using Large Language Models to Enhance Programming Error Messages. In </a:t>
            </a:r>
            <a:r>
              <a:rPr lang="hu-HU" i="1"/>
              <a:t>Proceedings of the 54th ACM Technical Symposium on Computer Science Education V. 1</a:t>
            </a:r>
            <a:r>
              <a:rPr lang="hu-HU"/>
              <a:t> (pp. 563–569). ACM.</a:t>
            </a:r>
          </a:p>
          <a:p>
            <a:pPr marL="0" lvl="0" indent="0">
              <a:buNone/>
            </a:pPr>
            <a:endParaRPr lang="en-I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5E4D1-7ACB-4443-5CC5-A28E7A05B0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6803" y="1723826"/>
            <a:ext cx="10058400" cy="3410337"/>
          </a:xfrm>
        </p:spPr>
        <p:txBody>
          <a:bodyPr anchorCtr="1"/>
          <a:lstStyle/>
          <a:p>
            <a:pPr lvl="0" algn="ctr"/>
            <a:r>
              <a:rPr lang="en-IE" sz="6600">
                <a:latin typeface="Times New Roman" pitchFamily="18"/>
                <a:cs typeface="Times New Roman" pitchFamily="18"/>
              </a:rPr>
              <a:t>THANK YOU</a:t>
            </a:r>
            <a:r>
              <a:rPr lang="en-IE" sz="6600"/>
              <a:t>.</a:t>
            </a:r>
            <a:br>
              <a:rPr lang="en-IE" sz="2800"/>
            </a:br>
            <a:r>
              <a:rPr lang="en-IE" sz="2800" i="1">
                <a:solidFill>
                  <a:srgbClr val="000000"/>
                </a:solidFill>
                <a:latin typeface="Times New Roman" pitchFamily="18"/>
                <a:cs typeface="Times New Roman" pitchFamily="18"/>
              </a:rPr>
              <a:t>Questions welcome.</a:t>
            </a:r>
            <a:endParaRPr lang="en-IE" sz="2800" b="1" i="1">
              <a:solidFill>
                <a:srgbClr val="FFFFFF"/>
              </a:solidFill>
              <a:latin typeface="Times New Roman" pitchFamily="18"/>
              <a:cs typeface="Times New Roman" pitchFamily="18"/>
            </a:endParaRPr>
          </a:p>
        </p:txBody>
      </p:sp>
      <p:pic>
        <p:nvPicPr>
          <p:cNvPr id="3" name="Picture 2" descr="Homepage - Atlantic Technological University">
            <a:extLst>
              <a:ext uri="{FF2B5EF4-FFF2-40B4-BE49-F238E27FC236}">
                <a16:creationId xmlns:a16="http://schemas.microsoft.com/office/drawing/2014/main" id="{E69F98A0-678C-EDE2-9E79-2DF5E225E0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96956" y="563883"/>
            <a:ext cx="2302989" cy="123785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839E9C59-7552-0489-DC7F-C8DD9D27BDDD}"/>
              </a:ext>
            </a:extLst>
          </p:cNvPr>
          <p:cNvSpPr txBox="1"/>
          <p:nvPr/>
        </p:nvSpPr>
        <p:spPr>
          <a:xfrm>
            <a:off x="596956" y="1880454"/>
            <a:ext cx="2302989" cy="8002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800" b="0" i="0" u="none" strike="noStrike" kern="1200" cap="none" spc="0" baseline="0">
                <a:solidFill>
                  <a:srgbClr val="000000"/>
                </a:solidFill>
                <a:uFillTx/>
                <a:latin typeface="Sagona Book"/>
              </a:rPr>
              <a:t>Research Methods In Computing &amp; IT. </a:t>
            </a:r>
            <a:endParaRPr lang="en-IE" sz="1800" b="0" i="0" u="none" strike="noStrike" kern="0" cap="none" spc="0" baseline="0">
              <a:solidFill>
                <a:srgbClr val="000000"/>
              </a:solidFill>
              <a:uFillTx/>
              <a:latin typeface="Sagona Book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000" b="0" i="0" u="none" strike="noStrike" kern="0" cap="none" spc="0" baseline="0">
                <a:solidFill>
                  <a:srgbClr val="000000"/>
                </a:solidFill>
                <a:uFillTx/>
                <a:latin typeface="Sagona Book"/>
              </a:rPr>
              <a:t>Engineering &amp; Computing.</a:t>
            </a:r>
            <a:endParaRPr lang="en-IE" sz="1800" b="0" i="0" u="none" strike="noStrike" kern="1200" cap="none" spc="0" baseline="0">
              <a:solidFill>
                <a:srgbClr val="000000"/>
              </a:solidFill>
              <a:uFillTx/>
              <a:latin typeface="Sagona Book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A0BE0B3-01E9-FB11-EE13-20273F1681E2}"/>
              </a:ext>
            </a:extLst>
          </p:cNvPr>
          <p:cNvSpPr txBox="1"/>
          <p:nvPr/>
        </p:nvSpPr>
        <p:spPr>
          <a:xfrm>
            <a:off x="9580882" y="5791196"/>
            <a:ext cx="2164083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E" sz="1800" b="0" i="1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Fionn McGoldrick G00422349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vonVT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%7b682F50E2-1345-4634-935F-C5DA9714CD62%7dtf78829772_win32</Template>
  <TotalTime>520</TotalTime>
  <Words>1031</Words>
  <Application>Microsoft Office PowerPoint</Application>
  <PresentationFormat>Widescreen</PresentationFormat>
  <Paragraphs>115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Garamond</vt:lpstr>
      <vt:lpstr>Sagona Book</vt:lpstr>
      <vt:lpstr>Sagona ExtraLight</vt:lpstr>
      <vt:lpstr>Times New Roman</vt:lpstr>
      <vt:lpstr>SavonVTI</vt:lpstr>
      <vt:lpstr>Integrating Large Language Models into Programming Education: Opportunities, Challenges, and Learning Impacts</vt:lpstr>
      <vt:lpstr>Why This Topic Matters (Context &amp; Problem)</vt:lpstr>
      <vt:lpstr>Methodology</vt:lpstr>
      <vt:lpstr>Applications of LLMs</vt:lpstr>
      <vt:lpstr>Code Generation</vt:lpstr>
      <vt:lpstr>Debugging, Explanation, and Feedback</vt:lpstr>
      <vt:lpstr>Benefits &amp; Opportunities</vt:lpstr>
      <vt:lpstr>Challenges &amp; Limitations</vt:lpstr>
      <vt:lpstr>Negative Learning Outcomes Associated with LLM Dependence</vt:lpstr>
      <vt:lpstr>Impact on Learning Outcomes</vt:lpstr>
      <vt:lpstr>Future Research Direction</vt:lpstr>
      <vt:lpstr>References</vt:lpstr>
      <vt:lpstr>THANK YOU. Questions welcome.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Fionn Mcgoldrick</dc:creator>
  <cp:lastModifiedBy>Fionn Mcgoldrick</cp:lastModifiedBy>
  <cp:revision>23</cp:revision>
  <dcterms:created xsi:type="dcterms:W3CDTF">2025-11-25T17:25:21Z</dcterms:created>
  <dcterms:modified xsi:type="dcterms:W3CDTF">2025-11-28T13:47:58Z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